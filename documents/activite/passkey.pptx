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5"/>
  </p:notesMasterIdLst>
  <p:sldIdLst>
    <p:sldId id="256" r:id="rId5"/>
    <p:sldId id="257" r:id="rId6"/>
    <p:sldId id="272" r:id="rId7"/>
    <p:sldId id="277" r:id="rId8"/>
    <p:sldId id="278" r:id="rId9"/>
    <p:sldId id="274" r:id="rId10"/>
    <p:sldId id="290" r:id="rId11"/>
    <p:sldId id="258" r:id="rId12"/>
    <p:sldId id="259" r:id="rId13"/>
    <p:sldId id="260" r:id="rId14"/>
    <p:sldId id="261" r:id="rId15"/>
    <p:sldId id="262" r:id="rId16"/>
    <p:sldId id="263" r:id="rId17"/>
    <p:sldId id="264" r:id="rId18"/>
    <p:sldId id="265" r:id="rId19"/>
    <p:sldId id="266" r:id="rId20"/>
    <p:sldId id="291" r:id="rId21"/>
    <p:sldId id="292" r:id="rId22"/>
    <p:sldId id="293" r:id="rId23"/>
    <p:sldId id="294" r:id="rId24"/>
    <p:sldId id="275" r:id="rId25"/>
    <p:sldId id="267" r:id="rId26"/>
    <p:sldId id="295" r:id="rId27"/>
    <p:sldId id="273" r:id="rId28"/>
    <p:sldId id="296" r:id="rId29"/>
    <p:sldId id="270" r:id="rId30"/>
    <p:sldId id="271" r:id="rId31"/>
    <p:sldId id="276" r:id="rId32"/>
    <p:sldId id="269" r:id="rId33"/>
    <p:sldId id="279" r:id="rId34"/>
    <p:sldId id="289" r:id="rId35"/>
    <p:sldId id="280" r:id="rId36"/>
    <p:sldId id="281" r:id="rId37"/>
    <p:sldId id="282" r:id="rId38"/>
    <p:sldId id="283" r:id="rId39"/>
    <p:sldId id="284" r:id="rId40"/>
    <p:sldId id="285" r:id="rId41"/>
    <p:sldId id="286" r:id="rId42"/>
    <p:sldId id="287" r:id="rId43"/>
    <p:sldId id="288" r:id="rId44"/>
  </p:sldIdLst>
  <p:sldSz cx="12192000" cy="6858000"/>
  <p:notesSz cx="6858000" cy="9144000"/>
  <p:custDataLst>
    <p:tags r:id="rId46"/>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15F5A8-B59B-4F80-9394-0C4C51FB5627}" v="903" dt="2024-02-13T14:18:21.485"/>
    <p1510:client id="{7DCADE55-9A24-B74F-5B30-FC6C0621FEB5}" v="6" vWet="8" dt="2024-02-13T09:35:18.471"/>
  </p1510:revLst>
</p1510:revInfo>
</file>

<file path=ppt/tableStyles.xml><?xml version="1.0" encoding="utf-8"?>
<a:tblStyleLst xmlns:a="http://schemas.openxmlformats.org/drawingml/2006/main" def="{C8C791D1-577A-447D-96BB-B3F56476A42B}">
  <a:tblStyle styleId="{C8C791D1-577A-447D-96BB-B3F56476A42B}" styleName="MERCK Table Template">
    <a:wholeTbl>
      <a:tcTxStyle>
        <a:fontRef idx="minor">
          <a:scrgbClr r="0" g="0" b="0"/>
        </a:fontRef>
        <a:schemeClr val="tx1"/>
      </a:tcTxStyle>
      <a:tcStyle>
        <a:tcBdr>
          <a:left>
            <a:ln>
              <a:noFill/>
            </a:ln>
          </a:left>
          <a:right>
            <a:ln>
              <a:noFill/>
            </a:ln>
          </a:right>
          <a:top>
            <a:ln w="9525" cmpd="sng">
              <a:solidFill>
                <a:schemeClr val="accent1"/>
              </a:solidFill>
            </a:ln>
          </a:top>
          <a:bottom>
            <a:ln w="9525" cmpd="sng">
              <a:solidFill>
                <a:schemeClr val="accent1"/>
              </a:solidFill>
            </a:ln>
          </a:bottom>
          <a:insideH>
            <a:ln w="9525" cmpd="sng">
              <a:solidFill>
                <a:schemeClr val="accent1"/>
              </a:solidFill>
            </a:ln>
          </a:insideH>
          <a:insideV>
            <a:ln>
              <a:noFill/>
            </a:ln>
          </a:insideV>
        </a:tcBdr>
        <a:fill>
          <a:noFill/>
        </a:fill>
      </a:tcStyle>
    </a:wholeTbl>
    <a:lastCol>
      <a:tcTxStyle b="on">
        <a:fontRef idx="minor">
          <a:scrgbClr r="0" g="0" b="0"/>
        </a:fontRef>
        <a:schemeClr val="accent1"/>
      </a:tcTxStyle>
      <a:tcStyle>
        <a:tcBdr/>
      </a:tcStyle>
    </a:lastCol>
    <a:firstCol>
      <a:tcTxStyle b="on">
        <a:fontRef idx="minor">
          <a:scrgbClr r="0" g="0" b="0"/>
        </a:fontRef>
        <a:schemeClr val="accent1"/>
      </a:tcTxStyle>
      <a:tcStyle>
        <a:tcBdr/>
      </a:tcStyle>
    </a:firstCol>
    <a:lastRow>
      <a:tcTxStyle b="on">
        <a:fontRef idx="minor">
          <a:scrgbClr r="0" g="0" b="0"/>
        </a:fontRef>
        <a:schemeClr val="accent1"/>
      </a:tcTxStyle>
      <a:tcStyle>
        <a:tcBdr/>
      </a:tcStyle>
    </a:lastRow>
    <a:firstRow>
      <a:tcTxStyle b="off">
        <a:fontRef idx="minor">
          <a:scrgbClr r="0" g="0" b="0"/>
        </a:fontRef>
        <a:schemeClr val="bg1"/>
      </a:tcTxStyle>
      <a:tcStyle>
        <a:tcBdr/>
        <a:fillRef idx="1">
          <a:schemeClr val="accent1"/>
        </a:fillRef>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ußzeilenplatzhalter 5"/>
          <p:cNvSpPr>
            <a:spLocks noGrp="1"/>
          </p:cNvSpPr>
          <p:nvPr>
            <p:ph type="ftr" sz="quarter" idx="4"/>
          </p:nvPr>
        </p:nvSpPr>
        <p:spPr>
          <a:xfrm>
            <a:off x="1268760" y="8822776"/>
            <a:ext cx="5144483" cy="216024"/>
          </a:xfrm>
          <a:prstGeom prst="rect">
            <a:avLst/>
          </a:prstGeom>
        </p:spPr>
        <p:txBody>
          <a:bodyPr vert="horz" lIns="0" tIns="0" rIns="0" bIns="0" rtlCol="0" anchor="b"/>
          <a:lstStyle>
            <a:lvl1pPr>
              <a:defRPr lang="de-DE" sz="1000" b="0">
                <a:solidFill>
                  <a:schemeClr val="tx1"/>
                </a:solidFill>
              </a:defRPr>
            </a:lvl1pPr>
          </a:lstStyle>
          <a:p>
            <a:pPr defTabSz="914377"/>
            <a:endParaRPr lang="de-DE"/>
          </a:p>
        </p:txBody>
      </p:sp>
      <p:sp>
        <p:nvSpPr>
          <p:cNvPr id="7" name="Foliennummernplatzhalter 6"/>
          <p:cNvSpPr>
            <a:spLocks noGrp="1"/>
          </p:cNvSpPr>
          <p:nvPr>
            <p:ph type="sldNum" sz="quarter" idx="5"/>
          </p:nvPr>
        </p:nvSpPr>
        <p:spPr>
          <a:xfrm>
            <a:off x="487785" y="8820474"/>
            <a:ext cx="648072" cy="207855"/>
          </a:xfrm>
          <a:prstGeom prst="rect">
            <a:avLst/>
          </a:prstGeom>
        </p:spPr>
        <p:txBody>
          <a:bodyPr vert="horz" lIns="0" tIns="0" rIns="0" bIns="0" rtlCol="0" anchor="b"/>
          <a:lstStyle>
            <a:lvl1pPr>
              <a:defRPr lang="de-DE" sz="1000" b="0">
                <a:solidFill>
                  <a:schemeClr val="tx1"/>
                </a:solidFill>
              </a:defRPr>
            </a:lvl1pPr>
          </a:lstStyle>
          <a:p>
            <a:pPr defTabSz="914377"/>
            <a:fld id="{28182E2C-AC48-45A1-A539-1D63FC6BDE45}" type="slidenum">
              <a:rPr lang="de-DE"/>
              <a:pPr defTabSz="914377"/>
              <a:t>‹#›</a:t>
            </a:fld>
            <a:endParaRPr lang="de-DE"/>
          </a:p>
        </p:txBody>
      </p:sp>
      <p:sp>
        <p:nvSpPr>
          <p:cNvPr id="9" name="Notes Placeholder 8"/>
          <p:cNvSpPr>
            <a:spLocks noGrp="1"/>
          </p:cNvSpPr>
          <p:nvPr>
            <p:ph type="body" sz="quarter" idx="3"/>
          </p:nvPr>
        </p:nvSpPr>
        <p:spPr>
          <a:xfrm>
            <a:off x="487785" y="3059832"/>
            <a:ext cx="5925457" cy="5625381"/>
          </a:xfrm>
          <a:prstGeom prst="rect">
            <a:avLst/>
          </a:prstGeom>
        </p:spPr>
        <p:txBody>
          <a:bodyPr vert="horz" lIns="0" tIns="36000" rIns="0" bIns="0" rtlCol="0"/>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Click to edit Master text styles</a:t>
            </a:r>
          </a:p>
          <a:p>
            <a:pPr marL="180000" marR="0" lvl="1" indent="-180000" algn="l" defTabSz="914400" rtl="0" eaLnBrk="1" fontAlgn="auto" latinLnBrk="0" hangingPunct="1">
              <a:lnSpc>
                <a:spcPct val="100000"/>
              </a:lnSpc>
              <a:spcBef>
                <a:spcPts val="300"/>
              </a:spcBef>
              <a:spcAft>
                <a:spcPts val="300"/>
              </a:spcAft>
              <a:buClr>
                <a:srgbClr val="52328F"/>
              </a:buClr>
              <a:buSzTx/>
              <a:buFont typeface="Wingdings" panose="05000000000000000000" pitchFamily="2" charset="2"/>
              <a:buChar char=""/>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Second level</a:t>
            </a:r>
          </a:p>
          <a:p>
            <a:pPr marL="360000" marR="0" lvl="2" indent="-180000" algn="l" defTabSz="914400" rtl="0" eaLnBrk="1" fontAlgn="auto" latinLnBrk="0" hangingPunct="1">
              <a:lnSpc>
                <a:spcPct val="100000"/>
              </a:lnSpc>
              <a:spcBef>
                <a:spcPts val="300"/>
              </a:spcBef>
              <a:spcAft>
                <a:spcPts val="300"/>
              </a:spcAft>
              <a:buClr>
                <a:srgbClr val="52328F"/>
              </a:buClr>
              <a:buSzTx/>
              <a:buFont typeface="Symbol" panose="05050102010706020507" pitchFamily="18" charset="2"/>
              <a:buChar char="-"/>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Third level</a:t>
            </a:r>
          </a:p>
          <a:p>
            <a:pPr marL="538163" marR="0" lvl="3" indent="-180000" algn="l" defTabSz="914400" rtl="0" eaLnBrk="1" fontAlgn="auto" latinLnBrk="0" hangingPunct="1">
              <a:lnSpc>
                <a:spcPct val="100000"/>
              </a:lnSpc>
              <a:spcBef>
                <a:spcPts val="300"/>
              </a:spcBef>
              <a:spcAft>
                <a:spcPts val="300"/>
              </a:spcAft>
              <a:buClr>
                <a:srgbClr val="28BECD"/>
              </a:buClr>
              <a:buSzTx/>
              <a:buFont typeface="Symbol" panose="05050102010706020507" pitchFamily="18" charset="2"/>
              <a:buChar char="-"/>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Fourth level</a:t>
            </a:r>
          </a:p>
          <a:p>
            <a:pPr marL="720725" marR="0" lvl="4" indent="-180000" algn="l" defTabSz="914400" rtl="0" eaLnBrk="1" fontAlgn="auto" latinLnBrk="0" hangingPunct="1">
              <a:lnSpc>
                <a:spcPct val="100000"/>
              </a:lnSpc>
              <a:spcBef>
                <a:spcPts val="300"/>
              </a:spcBef>
              <a:spcAft>
                <a:spcPts val="300"/>
              </a:spcAft>
              <a:buClr>
                <a:srgbClr val="28BECD"/>
              </a:buClr>
              <a:buSzTx/>
              <a:buFont typeface="Symbol" panose="05050102010706020507" pitchFamily="18" charset="2"/>
              <a:buChar char="-"/>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Fifth level</a:t>
            </a:r>
            <a:endParaRPr kumimoji="0" lang="de-DE"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 name="Slide Image Placeholder 9"/>
          <p:cNvSpPr>
            <a:spLocks noGrp="1" noRot="1" noChangeAspect="1"/>
          </p:cNvSpPr>
          <p:nvPr>
            <p:ph type="sldImg" idx="2"/>
          </p:nvPr>
        </p:nvSpPr>
        <p:spPr>
          <a:xfrm>
            <a:off x="487363" y="357188"/>
            <a:ext cx="4512734" cy="2538413"/>
          </a:xfrm>
          <a:prstGeom prst="rect">
            <a:avLst/>
          </a:prstGeom>
          <a:noFill/>
          <a:ln w="12700">
            <a:solidFill>
              <a:prstClr val="black"/>
            </a:solidFill>
          </a:ln>
        </p:spPr>
        <p:txBody>
          <a:bodyPr vert="horz" lIns="91440" tIns="45720" rIns="91440" bIns="45720" rtlCol="0" anchor="ctr"/>
          <a:lstStyle/>
          <a:p>
            <a:endParaRPr lang="de-DE"/>
          </a:p>
        </p:txBody>
      </p:sp>
    </p:spTree>
    <p:extLst>
      <p:ext uri="{BB962C8B-B14F-4D97-AF65-F5344CB8AC3E}">
        <p14:creationId xmlns:p14="http://schemas.microsoft.com/office/powerpoint/2010/main" val="1337837349"/>
      </p:ext>
    </p:extLst>
  </p:cSld>
  <p:clrMap bg1="lt1" tx1="dk1" bg2="lt2" tx2="dk2" accent1="accent1" accent2="accent2" accent3="accent3" accent4="accent4" accent5="accent5" accent6="accent6" hlink="hlink" folHlink="folHlink"/>
  <p:notes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sz="1200" kern="1200">
        <a:solidFill>
          <a:schemeClr val="tx1"/>
        </a:solidFill>
        <a:latin typeface="+mn-lt"/>
        <a:ea typeface="+mn-ea"/>
        <a:cs typeface="+mn-cs"/>
      </a:defRPr>
    </a:lvl1pPr>
    <a:lvl2pPr marL="180000" marR="0" indent="-180000" algn="l" defTabSz="914400" rtl="0" eaLnBrk="1" fontAlgn="auto" latinLnBrk="0" hangingPunct="1">
      <a:lnSpc>
        <a:spcPct val="100000"/>
      </a:lnSpc>
      <a:spcBef>
        <a:spcPts val="300"/>
      </a:spcBef>
      <a:spcAft>
        <a:spcPts val="300"/>
      </a:spcAft>
      <a:buClr>
        <a:srgbClr val="52328F"/>
      </a:buClr>
      <a:buSzTx/>
      <a:buFont typeface="Wingdings" panose="05000000000000000000" pitchFamily="2" charset="2"/>
      <a:buChar char=""/>
      <a:tabLst/>
      <a:defRPr sz="1200" kern="1200">
        <a:solidFill>
          <a:schemeClr val="tx1"/>
        </a:solidFill>
        <a:latin typeface="+mn-lt"/>
        <a:ea typeface="+mn-ea"/>
        <a:cs typeface="+mn-cs"/>
      </a:defRPr>
    </a:lvl2pPr>
    <a:lvl3pPr marL="360000" marR="0" indent="-180000" algn="l" defTabSz="914400" rtl="0" eaLnBrk="1" fontAlgn="auto" latinLnBrk="0" hangingPunct="1">
      <a:lnSpc>
        <a:spcPct val="100000"/>
      </a:lnSpc>
      <a:spcBef>
        <a:spcPts val="300"/>
      </a:spcBef>
      <a:spcAft>
        <a:spcPts val="300"/>
      </a:spcAft>
      <a:buClr>
        <a:srgbClr val="52328F"/>
      </a:buClr>
      <a:buSzTx/>
      <a:buFont typeface="Symbol" panose="05050102010706020507" pitchFamily="18" charset="2"/>
      <a:buChar char="-"/>
      <a:tabLst/>
      <a:defRPr sz="1200" kern="1200">
        <a:solidFill>
          <a:schemeClr val="tx1"/>
        </a:solidFill>
        <a:latin typeface="+mn-lt"/>
        <a:ea typeface="+mn-ea"/>
        <a:cs typeface="+mn-cs"/>
      </a:defRPr>
    </a:lvl3pPr>
    <a:lvl4pPr marL="538163" marR="0" indent="-180000" algn="l" defTabSz="914400" rtl="0" eaLnBrk="1" fontAlgn="auto" latinLnBrk="0" hangingPunct="1">
      <a:lnSpc>
        <a:spcPct val="100000"/>
      </a:lnSpc>
      <a:spcBef>
        <a:spcPts val="300"/>
      </a:spcBef>
      <a:spcAft>
        <a:spcPts val="300"/>
      </a:spcAft>
      <a:buClr>
        <a:srgbClr val="28BECD"/>
      </a:buClr>
      <a:buSzTx/>
      <a:buFont typeface="Symbol" panose="05050102010706020507" pitchFamily="18" charset="2"/>
      <a:buChar char="-"/>
      <a:tabLst/>
      <a:defRPr sz="1200" kern="1200">
        <a:solidFill>
          <a:schemeClr val="tx1"/>
        </a:solidFill>
        <a:latin typeface="+mn-lt"/>
        <a:ea typeface="+mn-ea"/>
        <a:cs typeface="+mn-cs"/>
      </a:defRPr>
    </a:lvl4pPr>
    <a:lvl5pPr marL="720725" marR="0" indent="-180000" algn="l" defTabSz="914400" rtl="0" eaLnBrk="1" fontAlgn="auto" latinLnBrk="0" hangingPunct="1">
      <a:lnSpc>
        <a:spcPct val="100000"/>
      </a:lnSpc>
      <a:spcBef>
        <a:spcPts val="300"/>
      </a:spcBef>
      <a:spcAft>
        <a:spcPts val="300"/>
      </a:spcAft>
      <a:buClr>
        <a:srgbClr val="28BECD"/>
      </a:buClr>
      <a:buSzTx/>
      <a:buFont typeface="Symbol" panose="05050102010706020507" pitchFamily="18" charset="2"/>
      <a:buChar char="-"/>
      <a:tabLs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Rectangle 5"/>
          <p:cNvSpPr/>
          <p:nvPr userDrawn="1"/>
        </p:nvSpPr>
        <p:spPr bwMode="gray">
          <a:xfrm>
            <a:off x="1" y="0"/>
            <a:ext cx="12192000" cy="6858001"/>
          </a:xfrm>
          <a:prstGeom prst="rect">
            <a:avLst/>
          </a:prstGeom>
          <a:solidFill>
            <a:srgbClr val="FFDCB9"/>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a:solidFill>
                <a:srgbClr val="FFFFFF"/>
              </a:solidFill>
              <a:latin typeface="Verdana"/>
            </a:endParaRPr>
          </a:p>
        </p:txBody>
      </p:sp>
      <p:pic>
        <p:nvPicPr>
          <p:cNvPr id="4" name="Grafik 3">
            <a:extLst>
              <a:ext uri="{FF2B5EF4-FFF2-40B4-BE49-F238E27FC236}">
                <a16:creationId xmlns:a16="http://schemas.microsoft.com/office/drawing/2014/main" id="{E5FCA60E-0E90-4A60-9173-A32F55CF4FBF}"/>
              </a:ext>
            </a:extLst>
          </p:cNvPr>
          <p:cNvPicPr>
            <a:picLocks noChangeAspect="1"/>
          </p:cNvPicPr>
          <p:nvPr userDrawn="1"/>
        </p:nvPicPr>
        <p:blipFill>
          <a:blip r:embed="rId5"/>
          <a:stretch>
            <a:fillRect/>
          </a:stretch>
        </p:blipFill>
        <p:spPr>
          <a:xfrm>
            <a:off x="4011502" y="2373313"/>
            <a:ext cx="4168997" cy="2111375"/>
          </a:xfrm>
          <a:prstGeom prst="rect">
            <a:avLst/>
          </a:prstGeom>
        </p:spPr>
      </p:pic>
      <p:sp>
        <p:nvSpPr>
          <p:cNvPr id="5" name="Rechteck 19">
            <a:extLst>
              <a:ext uri="{FF2B5EF4-FFF2-40B4-BE49-F238E27FC236}">
                <a16:creationId xmlns:a16="http://schemas.microsoft.com/office/drawing/2014/main" id="{002EE77A-5EDA-4F55-B89C-9AC8AE44E411}"/>
              </a:ext>
            </a:extLst>
          </p:cNvPr>
          <p:cNvSpPr/>
          <p:nvPr userDrawn="1"/>
        </p:nvSpPr>
        <p:spPr bwMode="gray">
          <a:xfrm>
            <a:off x="0" y="-387424"/>
            <a:ext cx="12192000" cy="288032"/>
          </a:xfrm>
          <a:prstGeom prst="rect">
            <a:avLst/>
          </a:prstGeom>
          <a:solidFill>
            <a:srgbClr val="E61E50"/>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r>
              <a:rPr lang="en-US" sz="1400" kern="0">
                <a:solidFill>
                  <a:srgbClr val="FFFFFF"/>
                </a:solidFill>
                <a:latin typeface="+mn-lt"/>
              </a:rPr>
              <a:t>Please note: External facing presentation must include trademark and copyright language, as required for all marketing material.</a:t>
            </a:r>
            <a:endParaRPr lang="en-US" sz="1400" kern="0">
              <a:solidFill>
                <a:srgbClr val="FFFFFF"/>
              </a:solidFill>
              <a:latin typeface="Verdana"/>
            </a:endParaRPr>
          </a:p>
        </p:txBody>
      </p:sp>
      <p:sp>
        <p:nvSpPr>
          <p:cNvPr id="7" name="Text Placeholder 6">
            <a:extLst>
              <a:ext uri="{FF2B5EF4-FFF2-40B4-BE49-F238E27FC236}">
                <a16:creationId xmlns:a16="http://schemas.microsoft.com/office/drawing/2014/main" id="{D375E3A4-66CD-46F1-9F77-2E95CC288E36}"/>
              </a:ext>
            </a:extLst>
          </p:cNvPr>
          <p:cNvSpPr>
            <a:spLocks noGrp="1"/>
          </p:cNvSpPr>
          <p:nvPr>
            <p:ph type="body" sz="quarter" idx="10" hasCustomPrompt="1"/>
          </p:nvPr>
        </p:nvSpPr>
        <p:spPr>
          <a:xfrm>
            <a:off x="623888" y="5656569"/>
            <a:ext cx="10944225" cy="466344"/>
          </a:xfrm>
        </p:spPr>
        <p:txBody>
          <a:bodyPr lIns="91440" tIns="45720" rIns="91440" bIns="45720"/>
          <a:lstStyle>
            <a:lvl1pPr marL="0" indent="0" algn="ctr">
              <a:lnSpc>
                <a:spcPct val="100000"/>
              </a:lnSpc>
              <a:spcBef>
                <a:spcPts val="0"/>
              </a:spcBef>
              <a:spcAft>
                <a:spcPts val="0"/>
              </a:spcAft>
              <a:buFont typeface="Arial" panose="020B0604020202020204" pitchFamily="34" charset="0"/>
              <a:buNone/>
              <a:defRPr lang="en-US" sz="900">
                <a:solidFill>
                  <a:schemeClr val="accent1"/>
                </a:solidFill>
                <a:effectLst/>
              </a:defRPr>
            </a:lvl1pPr>
            <a:lvl2pPr marL="0" indent="0" algn="ctr">
              <a:lnSpc>
                <a:spcPct val="100000"/>
              </a:lnSpc>
              <a:spcBef>
                <a:spcPts val="0"/>
              </a:spcBef>
              <a:spcAft>
                <a:spcPts val="0"/>
              </a:spcAft>
              <a:buNone/>
              <a:defRPr sz="800">
                <a:solidFill>
                  <a:schemeClr val="accent1"/>
                </a:solidFill>
              </a:defRPr>
            </a:lvl2pPr>
            <a:lvl3pPr marL="0" indent="0" algn="ctr">
              <a:lnSpc>
                <a:spcPct val="100000"/>
              </a:lnSpc>
              <a:spcBef>
                <a:spcPts val="0"/>
              </a:spcBef>
              <a:spcAft>
                <a:spcPts val="0"/>
              </a:spcAft>
              <a:buNone/>
              <a:defRPr sz="800">
                <a:solidFill>
                  <a:schemeClr val="accent1"/>
                </a:solidFill>
              </a:defRPr>
            </a:lvl3pPr>
            <a:lvl4pPr marL="0" indent="0" algn="ctr">
              <a:lnSpc>
                <a:spcPct val="100000"/>
              </a:lnSpc>
              <a:spcBef>
                <a:spcPts val="0"/>
              </a:spcBef>
              <a:spcAft>
                <a:spcPts val="0"/>
              </a:spcAft>
              <a:buNone/>
              <a:defRPr sz="800">
                <a:solidFill>
                  <a:schemeClr val="accent1"/>
                </a:solidFill>
              </a:defRPr>
            </a:lvl4pPr>
            <a:lvl5pPr marL="0" indent="0" algn="ctr">
              <a:lnSpc>
                <a:spcPct val="100000"/>
              </a:lnSpc>
              <a:spcBef>
                <a:spcPts val="0"/>
              </a:spcBef>
              <a:spcAft>
                <a:spcPts val="0"/>
              </a:spcAft>
              <a:buNone/>
              <a:defRPr sz="800">
                <a:solidFill>
                  <a:schemeClr val="accent1"/>
                </a:solidFill>
              </a:defRPr>
            </a:lvl5pPr>
          </a:lstStyle>
          <a:p>
            <a:pPr lvl="0"/>
            <a:r>
              <a:rPr lang="en-US" sz="900">
                <a:effectLst/>
                <a:latin typeface="Verdana" panose="020B0604030504040204" pitchFamily="34" charset="0"/>
                <a:ea typeface="Calibri" panose="020F0502020204030204" pitchFamily="34" charset="0"/>
                <a:cs typeface="Calibri" panose="020F0502020204030204" pitchFamily="34" charset="0"/>
              </a:rPr>
              <a:t>This is a placeholder for trademark and copyright language. </a:t>
            </a:r>
            <a:br>
              <a:rPr lang="en-US" sz="900">
                <a:effectLst/>
                <a:latin typeface="Verdana" panose="020B0604030504040204" pitchFamily="34" charset="0"/>
                <a:ea typeface="Calibri" panose="020F0502020204030204" pitchFamily="34" charset="0"/>
                <a:cs typeface="Calibri" panose="020F0502020204030204" pitchFamily="34" charset="0"/>
              </a:rPr>
            </a:br>
            <a:r>
              <a:rPr lang="en-US" sz="900">
                <a:effectLst/>
                <a:latin typeface="Verdana" panose="020B0604030504040204" pitchFamily="34" charset="0"/>
                <a:ea typeface="Calibri" panose="020F0502020204030204" pitchFamily="34" charset="0"/>
                <a:cs typeface="Calibri" panose="020F0502020204030204" pitchFamily="34" charset="0"/>
              </a:rPr>
              <a:t>E.g. “Merck, the vibrant M are trademarks of Merck </a:t>
            </a:r>
            <a:r>
              <a:rPr lang="en-US" sz="900" err="1">
                <a:effectLst/>
                <a:latin typeface="Verdana" panose="020B0604030504040204" pitchFamily="34" charset="0"/>
                <a:ea typeface="Calibri" panose="020F0502020204030204" pitchFamily="34" charset="0"/>
                <a:cs typeface="Calibri" panose="020F0502020204030204" pitchFamily="34" charset="0"/>
              </a:rPr>
              <a:t>KGaA</a:t>
            </a:r>
            <a:r>
              <a:rPr lang="en-US" sz="900">
                <a:effectLst/>
                <a:latin typeface="Verdana" panose="020B0604030504040204" pitchFamily="34" charset="0"/>
                <a:ea typeface="Calibri" panose="020F0502020204030204" pitchFamily="34" charset="0"/>
                <a:cs typeface="Calibri" panose="020F0502020204030204" pitchFamily="34" charset="0"/>
              </a:rPr>
              <a:t>, Darmstadt, Germany or its affiliates.</a:t>
            </a:r>
            <a:br>
              <a:rPr lang="en-US" sz="900">
                <a:effectLst/>
                <a:latin typeface="Verdana" panose="020B0604030504040204" pitchFamily="34" charset="0"/>
                <a:ea typeface="Calibri" panose="020F0502020204030204" pitchFamily="34" charset="0"/>
                <a:cs typeface="Calibri" panose="020F0502020204030204" pitchFamily="34" charset="0"/>
              </a:rPr>
            </a:br>
            <a:r>
              <a:rPr lang="en-US" sz="900">
                <a:effectLst/>
                <a:latin typeface="Verdana" panose="020B0604030504040204" pitchFamily="34" charset="0"/>
                <a:ea typeface="Calibri" panose="020F0502020204030204" pitchFamily="34" charset="0"/>
                <a:cs typeface="Calibri" panose="020F0502020204030204" pitchFamily="34" charset="0"/>
              </a:rPr>
              <a:t>All other trademarks are the property of their respective owners.”</a:t>
            </a:r>
          </a:p>
          <a:p>
            <a:pPr lvl="0"/>
            <a:br>
              <a:rPr lang="en-US" sz="900">
                <a:effectLst/>
                <a:latin typeface="Verdana" panose="020B0604030504040204" pitchFamily="34" charset="0"/>
                <a:ea typeface="Calibri" panose="020F0502020204030204" pitchFamily="34" charset="0"/>
                <a:cs typeface="Calibri" panose="020F0502020204030204" pitchFamily="34" charset="0"/>
              </a:rPr>
            </a:b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6" name="Rechteck 55">
            <a:extLst>
              <a:ext uri="{FF2B5EF4-FFF2-40B4-BE49-F238E27FC236}">
                <a16:creationId xmlns:a16="http://schemas.microsoft.com/office/drawing/2014/main" id="{251E8E59-29AE-4CCD-BE18-3431CAC9BF47}"/>
              </a:ext>
            </a:extLst>
          </p:cNvPr>
          <p:cNvSpPr/>
          <p:nvPr userDrawn="1"/>
        </p:nvSpPr>
        <p:spPr bwMode="gray">
          <a:xfrm>
            <a:off x="0" y="0"/>
            <a:ext cx="12191999" cy="6858000"/>
          </a:xfrm>
          <a:prstGeom prst="rect">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68" name="Freihandform: Form 67">
            <a:extLst>
              <a:ext uri="{FF2B5EF4-FFF2-40B4-BE49-F238E27FC236}">
                <a16:creationId xmlns:a16="http://schemas.microsoft.com/office/drawing/2014/main" id="{5BDD8D32-BDE3-4959-8EB5-4E55890A8E02}"/>
              </a:ext>
            </a:extLst>
          </p:cNvPr>
          <p:cNvSpPr/>
          <p:nvPr userDrawn="1"/>
        </p:nvSpPr>
        <p:spPr>
          <a:xfrm>
            <a:off x="9371098" y="0"/>
            <a:ext cx="2820902" cy="916322"/>
          </a:xfrm>
          <a:custGeom>
            <a:avLst/>
            <a:gdLst>
              <a:gd name="connsiteX0" fmla="*/ 0 w 2820902"/>
              <a:gd name="connsiteY0" fmla="*/ 0 h 916322"/>
              <a:gd name="connsiteX1" fmla="*/ 2820902 w 2820902"/>
              <a:gd name="connsiteY1" fmla="*/ 0 h 916322"/>
              <a:gd name="connsiteX2" fmla="*/ 2820902 w 2820902"/>
              <a:gd name="connsiteY2" fmla="*/ 916322 h 916322"/>
              <a:gd name="connsiteX3" fmla="*/ 561754 w 2820902"/>
              <a:gd name="connsiteY3" fmla="*/ 611337 h 916322"/>
              <a:gd name="connsiteX4" fmla="*/ 1803 w 2820902"/>
              <a:gd name="connsiteY4" fmla="*/ 29958 h 916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0902" h="916322">
                <a:moveTo>
                  <a:pt x="0" y="0"/>
                </a:moveTo>
                <a:lnTo>
                  <a:pt x="2820902" y="0"/>
                </a:lnTo>
                <a:lnTo>
                  <a:pt x="2820902" y="916322"/>
                </a:lnTo>
                <a:lnTo>
                  <a:pt x="561754" y="611337"/>
                </a:lnTo>
                <a:cubicBezTo>
                  <a:pt x="117119" y="551316"/>
                  <a:pt x="19435" y="226873"/>
                  <a:pt x="1803" y="29958"/>
                </a:cubicBezTo>
                <a:close/>
              </a:path>
            </a:pathLst>
          </a:custGeom>
          <a:solidFill>
            <a:schemeClr val="bg2"/>
          </a:solidFill>
          <a:ln w="9525" cap="flat">
            <a:noFill/>
            <a:prstDash val="solid"/>
            <a:miter/>
          </a:ln>
        </p:spPr>
        <p:txBody>
          <a:bodyPr rtlCol="0" anchor="ctr"/>
          <a:lstStyle/>
          <a:p>
            <a:endParaRPr lang="en-US"/>
          </a:p>
        </p:txBody>
      </p:sp>
      <p:sp>
        <p:nvSpPr>
          <p:cNvPr id="65" name="Freihandform: Form 64">
            <a:extLst>
              <a:ext uri="{FF2B5EF4-FFF2-40B4-BE49-F238E27FC236}">
                <a16:creationId xmlns:a16="http://schemas.microsoft.com/office/drawing/2014/main" id="{7F110E34-DF35-4C02-843D-136FFFA43FB6}"/>
              </a:ext>
            </a:extLst>
          </p:cNvPr>
          <p:cNvSpPr/>
          <p:nvPr/>
        </p:nvSpPr>
        <p:spPr>
          <a:xfrm>
            <a:off x="0" y="0"/>
            <a:ext cx="11291801" cy="6858000"/>
          </a:xfrm>
          <a:custGeom>
            <a:avLst/>
            <a:gdLst>
              <a:gd name="connsiteX0" fmla="*/ 0 w 11291801"/>
              <a:gd name="connsiteY0" fmla="*/ 0 h 6858000"/>
              <a:gd name="connsiteX1" fmla="*/ 5867242 w 11291801"/>
              <a:gd name="connsiteY1" fmla="*/ 0 h 6858000"/>
              <a:gd name="connsiteX2" fmla="*/ 10575361 w 11291801"/>
              <a:gd name="connsiteY2" fmla="*/ 1327450 h 6858000"/>
              <a:gd name="connsiteX3" fmla="*/ 11256975 w 11291801"/>
              <a:gd name="connsiteY3" fmla="*/ 2544590 h 6858000"/>
              <a:gd name="connsiteX4" fmla="*/ 10040809 w 11291801"/>
              <a:gd name="connsiteY4" fmla="*/ 6858000 h 6858000"/>
              <a:gd name="connsiteX5" fmla="*/ 4679310 w 11291801"/>
              <a:gd name="connsiteY5" fmla="*/ 6858000 h 6858000"/>
              <a:gd name="connsiteX6" fmla="*/ 0 w 11291801"/>
              <a:gd name="connsiteY6" fmla="*/ 5538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91801" h="6858000">
                <a:moveTo>
                  <a:pt x="0" y="0"/>
                </a:moveTo>
                <a:lnTo>
                  <a:pt x="5867242" y="0"/>
                </a:lnTo>
                <a:lnTo>
                  <a:pt x="10575361" y="1327450"/>
                </a:lnTo>
                <a:cubicBezTo>
                  <a:pt x="11524738" y="1595213"/>
                  <a:pt x="11256975" y="2544590"/>
                  <a:pt x="11256975" y="2544590"/>
                </a:cubicBezTo>
                <a:lnTo>
                  <a:pt x="10040809" y="6858000"/>
                </a:lnTo>
                <a:lnTo>
                  <a:pt x="4679310" y="6858000"/>
                </a:lnTo>
                <a:lnTo>
                  <a:pt x="0" y="5538673"/>
                </a:lnTo>
                <a:close/>
              </a:path>
            </a:pathLst>
          </a:custGeom>
          <a:solidFill>
            <a:schemeClr val="bg2"/>
          </a:solidFill>
          <a:ln w="9525" cap="flat">
            <a:noFill/>
            <a:prstDash val="solid"/>
            <a:miter/>
          </a:ln>
        </p:spPr>
        <p:txBody>
          <a:bodyPr rtlCol="0" anchor="ctr"/>
          <a:lstStyle/>
          <a:p>
            <a:endParaRPr lang="en-US"/>
          </a:p>
        </p:txBody>
      </p:sp>
      <p:sp>
        <p:nvSpPr>
          <p:cNvPr id="70" name="Freihandform: Form 69">
            <a:extLst>
              <a:ext uri="{FF2B5EF4-FFF2-40B4-BE49-F238E27FC236}">
                <a16:creationId xmlns:a16="http://schemas.microsoft.com/office/drawing/2014/main" id="{25C4C6FE-34E8-4FF8-A5FA-19FB6A5A320F}"/>
              </a:ext>
            </a:extLst>
          </p:cNvPr>
          <p:cNvSpPr/>
          <p:nvPr/>
        </p:nvSpPr>
        <p:spPr>
          <a:xfrm>
            <a:off x="11590478" y="1561289"/>
            <a:ext cx="601522" cy="3171132"/>
          </a:xfrm>
          <a:custGeom>
            <a:avLst/>
            <a:gdLst>
              <a:gd name="connsiteX0" fmla="*/ 601522 w 601522"/>
              <a:gd name="connsiteY0" fmla="*/ 0 h 3171132"/>
              <a:gd name="connsiteX1" fmla="*/ 601522 w 601522"/>
              <a:gd name="connsiteY1" fmla="*/ 3171132 h 3171132"/>
              <a:gd name="connsiteX2" fmla="*/ 385348 w 601522"/>
              <a:gd name="connsiteY2" fmla="*/ 3146832 h 3171132"/>
              <a:gd name="connsiteX3" fmla="*/ 1636 w 601522"/>
              <a:gd name="connsiteY3" fmla="*/ 2665854 h 3171132"/>
              <a:gd name="connsiteX4" fmla="*/ 258814 w 601522"/>
              <a:gd name="connsiteY4" fmla="*/ 376411 h 3171132"/>
              <a:gd name="connsiteX5" fmla="*/ 600415 w 601522"/>
              <a:gd name="connsiteY5" fmla="*/ 129 h 3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522" h="3171132">
                <a:moveTo>
                  <a:pt x="601522" y="0"/>
                </a:moveTo>
                <a:lnTo>
                  <a:pt x="601522" y="3171132"/>
                </a:lnTo>
                <a:lnTo>
                  <a:pt x="385348" y="3146832"/>
                </a:lnTo>
                <a:cubicBezTo>
                  <a:pt x="-46934" y="3098259"/>
                  <a:pt x="1636" y="2665854"/>
                  <a:pt x="1636" y="2665854"/>
                </a:cubicBezTo>
                <a:lnTo>
                  <a:pt x="258814" y="376411"/>
                </a:lnTo>
                <a:cubicBezTo>
                  <a:pt x="289171" y="106236"/>
                  <a:pt x="469464" y="23893"/>
                  <a:pt x="600415" y="129"/>
                </a:cubicBezTo>
                <a:close/>
              </a:path>
            </a:pathLst>
          </a:custGeom>
          <a:solidFill>
            <a:schemeClr val="bg2"/>
          </a:solidFill>
          <a:ln w="9525" cap="flat">
            <a:noFill/>
            <a:prstDash val="solid"/>
            <a:miter/>
          </a:ln>
        </p:spPr>
        <p:txBody>
          <a:bodyPr rtlCol="0" anchor="ctr"/>
          <a:lstStyle/>
          <a:p>
            <a:endParaRPr lang="en-US">
              <a:solidFill>
                <a:schemeClr val="accent1"/>
              </a:solidFill>
            </a:endParaRPr>
          </a:p>
        </p:txBody>
      </p:sp>
      <p:sp>
        <p:nvSpPr>
          <p:cNvPr id="58" name="Freihandform: Form 57">
            <a:extLst>
              <a:ext uri="{FF2B5EF4-FFF2-40B4-BE49-F238E27FC236}">
                <a16:creationId xmlns:a16="http://schemas.microsoft.com/office/drawing/2014/main" id="{21197233-897C-41D4-9C30-F6F736C304FC}"/>
              </a:ext>
            </a:extLst>
          </p:cNvPr>
          <p:cNvSpPr/>
          <p:nvPr userDrawn="1"/>
        </p:nvSpPr>
        <p:spPr bwMode="gray">
          <a:xfrm>
            <a:off x="0" y="0"/>
            <a:ext cx="12192000" cy="6858000"/>
          </a:xfrm>
          <a:custGeom>
            <a:avLst/>
            <a:gdLst>
              <a:gd name="connsiteX0" fmla="*/ 0 w 12192000"/>
              <a:gd name="connsiteY0" fmla="*/ 0 h 6858000"/>
              <a:gd name="connsiteX1" fmla="*/ 5033488 w 12192000"/>
              <a:gd name="connsiteY1" fmla="*/ 0 h 6858000"/>
              <a:gd name="connsiteX2" fmla="*/ 3724975 w 12192000"/>
              <a:gd name="connsiteY2" fmla="*/ 269476 h 6858000"/>
              <a:gd name="connsiteX3" fmla="*/ 3080894 w 12192000"/>
              <a:gd name="connsiteY3" fmla="*/ 1247045 h 6858000"/>
              <a:gd name="connsiteX4" fmla="*/ 3920436 w 12192000"/>
              <a:gd name="connsiteY4" fmla="*/ 5316609 h 6858000"/>
              <a:gd name="connsiteX5" fmla="*/ 4898005 w 12192000"/>
              <a:gd name="connsiteY5" fmla="*/ 5960691 h 6858000"/>
              <a:gd name="connsiteX6" fmla="*/ 12192000 w 12192000"/>
              <a:gd name="connsiteY6" fmla="*/ 4459702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033488" y="0"/>
                </a:lnTo>
                <a:lnTo>
                  <a:pt x="3724975" y="269476"/>
                </a:lnTo>
                <a:cubicBezTo>
                  <a:pt x="2914150" y="436220"/>
                  <a:pt x="3080894" y="1247045"/>
                  <a:pt x="3080894" y="1247045"/>
                </a:cubicBezTo>
                <a:lnTo>
                  <a:pt x="3920436" y="5316609"/>
                </a:lnTo>
                <a:cubicBezTo>
                  <a:pt x="4087181" y="6127436"/>
                  <a:pt x="4898005" y="5960691"/>
                  <a:pt x="4898005" y="5960691"/>
                </a:cubicBezTo>
                <a:lnTo>
                  <a:pt x="12192000" y="4459702"/>
                </a:lnTo>
                <a:lnTo>
                  <a:pt x="12192000" y="6858000"/>
                </a:lnTo>
                <a:lnTo>
                  <a:pt x="0" y="6858000"/>
                </a:lnTo>
                <a:close/>
              </a:path>
            </a:pathLst>
          </a:custGeom>
          <a:solidFill>
            <a:srgbClr val="FFDCB9"/>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39" name="Freihandform: Form 38">
            <a:extLst>
              <a:ext uri="{FF2B5EF4-FFF2-40B4-BE49-F238E27FC236}">
                <a16:creationId xmlns:a16="http://schemas.microsoft.com/office/drawing/2014/main" id="{CEAC3525-663E-4607-85AE-F5786E32F89B}"/>
              </a:ext>
            </a:extLst>
          </p:cNvPr>
          <p:cNvSpPr/>
          <p:nvPr userDrawn="1"/>
        </p:nvSpPr>
        <p:spPr bwMode="gray">
          <a:xfrm>
            <a:off x="1" y="4282473"/>
            <a:ext cx="3725692" cy="2581891"/>
          </a:xfrm>
          <a:custGeom>
            <a:avLst/>
            <a:gdLst>
              <a:gd name="connsiteX0" fmla="*/ 2629322 w 3725692"/>
              <a:gd name="connsiteY0" fmla="*/ 286 h 2581891"/>
              <a:gd name="connsiteX1" fmla="*/ 3384875 w 3725692"/>
              <a:gd name="connsiteY1" fmla="*/ 652496 h 2581891"/>
              <a:gd name="connsiteX2" fmla="*/ 3725692 w 3725692"/>
              <a:gd name="connsiteY2" fmla="*/ 2581891 h 2581891"/>
              <a:gd name="connsiteX3" fmla="*/ 0 w 3725692"/>
              <a:gd name="connsiteY3" fmla="*/ 2581891 h 2581891"/>
              <a:gd name="connsiteX4" fmla="*/ 0 w 3725692"/>
              <a:gd name="connsiteY4" fmla="*/ 448448 h 2581891"/>
              <a:gd name="connsiteX5" fmla="*/ 2469797 w 3725692"/>
              <a:gd name="connsiteY5" fmla="*/ 12172 h 2581891"/>
              <a:gd name="connsiteX6" fmla="*/ 2629322 w 3725692"/>
              <a:gd name="connsiteY6" fmla="*/ 286 h 258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5692" h="2581891">
                <a:moveTo>
                  <a:pt x="2629322" y="286"/>
                </a:moveTo>
                <a:cubicBezTo>
                  <a:pt x="2996517" y="10203"/>
                  <a:pt x="3318488" y="276672"/>
                  <a:pt x="3384875" y="652496"/>
                </a:cubicBezTo>
                <a:lnTo>
                  <a:pt x="3725692" y="2581891"/>
                </a:lnTo>
                <a:lnTo>
                  <a:pt x="0" y="2581891"/>
                </a:lnTo>
                <a:lnTo>
                  <a:pt x="0" y="448448"/>
                </a:lnTo>
                <a:lnTo>
                  <a:pt x="2469797" y="12172"/>
                </a:lnTo>
                <a:cubicBezTo>
                  <a:pt x="2523486" y="2688"/>
                  <a:pt x="2576866" y="-1131"/>
                  <a:pt x="2629322" y="286"/>
                </a:cubicBezTo>
                <a:close/>
              </a:path>
            </a:pathLst>
          </a:custGeom>
          <a:solidFill>
            <a:schemeClr val="bg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7" name="Text Placeholder 12"/>
          <p:cNvSpPr>
            <a:spLocks noGrp="1"/>
          </p:cNvSpPr>
          <p:nvPr userDrawn="1">
            <p:ph type="body" sz="quarter" idx="10" hasCustomPrompt="1"/>
          </p:nvPr>
        </p:nvSpPr>
        <p:spPr bwMode="gray">
          <a:xfrm>
            <a:off x="4079776" y="3597205"/>
            <a:ext cx="6553198"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1"/>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a:t>Name</a:t>
            </a:r>
            <a:br>
              <a:rPr lang="en-US" noProof="0"/>
            </a:br>
            <a:r>
              <a:rPr lang="en-US" noProof="0"/>
              <a:t>Place, Date</a:t>
            </a:r>
          </a:p>
        </p:txBody>
      </p:sp>
      <p:sp>
        <p:nvSpPr>
          <p:cNvPr id="3" name="Subtitle 2"/>
          <p:cNvSpPr>
            <a:spLocks noGrp="1"/>
          </p:cNvSpPr>
          <p:nvPr userDrawn="1">
            <p:ph type="subTitle" idx="1" hasCustomPrompt="1"/>
          </p:nvPr>
        </p:nvSpPr>
        <p:spPr bwMode="gray">
          <a:xfrm>
            <a:off x="4080416" y="2877197"/>
            <a:ext cx="6552559" cy="576000"/>
          </a:xfrm>
          <a:prstGeom prst="rect">
            <a:avLst/>
          </a:prstGeom>
        </p:spPr>
        <p:txBody>
          <a:bodyPr>
            <a:noAutofit/>
          </a:bodyPr>
          <a:lstStyle>
            <a:lvl1pPr marL="0" indent="0" algn="l">
              <a:spcBef>
                <a:spcPts val="0"/>
              </a:spcBef>
              <a:spcAft>
                <a:spcPts val="1200"/>
              </a:spcAft>
              <a:buNone/>
              <a:defRPr sz="1600" b="1" i="0" baseline="0">
                <a:solidFill>
                  <a:schemeClr val="accent1"/>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a:t>Subtitle and other information of this presentation</a:t>
            </a:r>
            <a:endParaRPr lang="en-US"/>
          </a:p>
          <a:p>
            <a:pPr lvl="0"/>
            <a:endParaRPr lang="en-US" noProof="0"/>
          </a:p>
        </p:txBody>
      </p:sp>
      <p:sp>
        <p:nvSpPr>
          <p:cNvPr id="2" name="Title 1"/>
          <p:cNvSpPr>
            <a:spLocks noGrp="1"/>
          </p:cNvSpPr>
          <p:nvPr userDrawn="1">
            <p:ph type="ctrTitle" hasCustomPrompt="1"/>
          </p:nvPr>
        </p:nvSpPr>
        <p:spPr bwMode="gray">
          <a:xfrm>
            <a:off x="4080416" y="1484784"/>
            <a:ext cx="6552559" cy="1249282"/>
          </a:xfrm>
          <a:prstGeom prst="rect">
            <a:avLst/>
          </a:prstGeom>
          <a:noFill/>
        </p:spPr>
        <p:txBody>
          <a:bodyPr anchor="b"/>
          <a:lstStyle>
            <a:lvl1pPr algn="l">
              <a:lnSpc>
                <a:spcPct val="100000"/>
              </a:lnSpc>
              <a:defRPr sz="4000" b="0" cap="none" baseline="0">
                <a:solidFill>
                  <a:schemeClr val="accent1"/>
                </a:solidFill>
                <a:latin typeface="Merck" panose="04040805020F02020302" pitchFamily="82" charset="0"/>
                <a:ea typeface="Verdana" panose="020B0604030504040204" pitchFamily="34" charset="0"/>
                <a:cs typeface="Verdana" panose="020B0604030504040204" pitchFamily="34" charset="0"/>
              </a:defRPr>
            </a:lvl1pPr>
          </a:lstStyle>
          <a:p>
            <a:r>
              <a:rPr lang="en-US" noProof="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pic>
        <p:nvPicPr>
          <p:cNvPr id="4" name="Picture 3">
            <a:extLst>
              <a:ext uri="{FF2B5EF4-FFF2-40B4-BE49-F238E27FC236}">
                <a16:creationId xmlns:a16="http://schemas.microsoft.com/office/drawing/2014/main" id="{90AD1471-6CF4-4797-9F89-F62BDA56128E}"/>
              </a:ext>
            </a:extLst>
          </p:cNvPr>
          <p:cNvPicPr>
            <a:picLocks noChangeAspect="1"/>
          </p:cNvPicPr>
          <p:nvPr userDrawn="1"/>
        </p:nvPicPr>
        <p:blipFill>
          <a:blip r:embed="rId2"/>
          <a:stretch>
            <a:fillRect/>
          </a:stretch>
        </p:blipFill>
        <p:spPr>
          <a:xfrm>
            <a:off x="479376" y="5251170"/>
            <a:ext cx="2511770" cy="1274174"/>
          </a:xfrm>
          <a:prstGeom prst="rect">
            <a:avLst/>
          </a:prstGeom>
        </p:spPr>
      </p:pic>
    </p:spTree>
    <p:extLst>
      <p:ext uri="{BB962C8B-B14F-4D97-AF65-F5344CB8AC3E}">
        <p14:creationId xmlns:p14="http://schemas.microsoft.com/office/powerpoint/2010/main" val="34913646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8" name="Rechteck 37">
            <a:extLst>
              <a:ext uri="{FF2B5EF4-FFF2-40B4-BE49-F238E27FC236}">
                <a16:creationId xmlns:a16="http://schemas.microsoft.com/office/drawing/2014/main" id="{72E51C3F-45BF-4228-9D36-14DF5EDD2289}"/>
              </a:ext>
            </a:extLst>
          </p:cNvPr>
          <p:cNvSpPr/>
          <p:nvPr userDrawn="1"/>
        </p:nvSpPr>
        <p:spPr bwMode="gray">
          <a:xfrm>
            <a:off x="0" y="0"/>
            <a:ext cx="12192000" cy="6858000"/>
          </a:xfrm>
          <a:prstGeom prst="rect">
            <a:avLst/>
          </a:prstGeom>
          <a:solidFill>
            <a:srgbClr val="FFDCB9"/>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7" name="Text Placeholder 12"/>
          <p:cNvSpPr>
            <a:spLocks noGrp="1"/>
          </p:cNvSpPr>
          <p:nvPr userDrawn="1">
            <p:ph type="body" sz="quarter" idx="10" hasCustomPrompt="1"/>
          </p:nvPr>
        </p:nvSpPr>
        <p:spPr bwMode="gray">
          <a:xfrm>
            <a:off x="6240959" y="3645024"/>
            <a:ext cx="5327649" cy="576263"/>
          </a:xfrm>
          <a:prstGeom prst="rect">
            <a:avLst/>
          </a:prstGeom>
        </p:spPr>
        <p:txBody>
          <a:bodyPr>
            <a:noAutofit/>
          </a:bodyPr>
          <a:lstStyle>
            <a:lvl1pPr marL="0" indent="0">
              <a:spcBef>
                <a:spcPts val="0"/>
              </a:spcBef>
              <a:spcAft>
                <a:spcPts val="0"/>
              </a:spcAft>
              <a:buFont typeface="Arial" panose="020B0604020202020204" pitchFamily="34" charset="0"/>
              <a:buNone/>
              <a:defRPr baseline="0">
                <a:solidFill>
                  <a:schemeClr val="accent1"/>
                </a:solidFill>
              </a:defRPr>
            </a:lvl1pPr>
            <a:lvl2pPr marL="0" indent="0">
              <a:spcBef>
                <a:spcPts val="0"/>
              </a:spcBef>
              <a:spcAft>
                <a:spcPts val="0"/>
              </a:spcAft>
              <a:buNone/>
              <a:defRPr>
                <a:solidFill>
                  <a:schemeClr val="accent1"/>
                </a:solidFill>
              </a:defRPr>
            </a:lvl2pPr>
            <a:lvl3pPr marL="0" indent="0">
              <a:spcBef>
                <a:spcPts val="0"/>
              </a:spcBef>
              <a:spcAft>
                <a:spcPts val="0"/>
              </a:spcAft>
              <a:buNone/>
              <a:defRPr>
                <a:solidFill>
                  <a:schemeClr val="accent1"/>
                </a:solidFill>
              </a:defRPr>
            </a:lvl3pPr>
            <a:lvl4pPr marL="0" indent="0">
              <a:spcBef>
                <a:spcPts val="0"/>
              </a:spcBef>
              <a:spcAft>
                <a:spcPts val="0"/>
              </a:spcAft>
              <a:buNone/>
              <a:defRPr>
                <a:solidFill>
                  <a:schemeClr val="accent1"/>
                </a:solidFill>
              </a:defRPr>
            </a:lvl4pPr>
            <a:lvl5pPr marL="0" indent="0">
              <a:spcBef>
                <a:spcPts val="0"/>
              </a:spcBef>
              <a:spcAft>
                <a:spcPts val="0"/>
              </a:spcAft>
              <a:buNone/>
              <a:defRPr>
                <a:solidFill>
                  <a:schemeClr val="accent1"/>
                </a:solidFill>
              </a:defRPr>
            </a:lvl5pPr>
            <a:lvl6pPr marL="0" indent="0">
              <a:spcBef>
                <a:spcPts val="0"/>
              </a:spcBef>
              <a:spcAft>
                <a:spcPts val="0"/>
              </a:spcAft>
              <a:buNone/>
              <a:defRPr>
                <a:solidFill>
                  <a:schemeClr val="accent1"/>
                </a:solidFill>
              </a:defRPr>
            </a:lvl6pPr>
            <a:lvl7pPr marL="0" indent="0">
              <a:spcBef>
                <a:spcPts val="0"/>
              </a:spcBef>
              <a:spcAft>
                <a:spcPts val="0"/>
              </a:spcAft>
              <a:buNone/>
              <a:defRPr>
                <a:solidFill>
                  <a:schemeClr val="accent1"/>
                </a:solidFill>
              </a:defRPr>
            </a:lvl7pPr>
            <a:lvl8pPr marL="0" indent="0">
              <a:spcBef>
                <a:spcPts val="0"/>
              </a:spcBef>
              <a:spcAft>
                <a:spcPts val="0"/>
              </a:spcAft>
              <a:buNone/>
              <a:defRPr>
                <a:solidFill>
                  <a:schemeClr val="accent1"/>
                </a:solidFill>
              </a:defRPr>
            </a:lvl8pPr>
            <a:lvl9pPr marL="0" indent="0">
              <a:spcBef>
                <a:spcPts val="0"/>
              </a:spcBef>
              <a:spcAft>
                <a:spcPts val="0"/>
              </a:spcAft>
              <a:buNone/>
              <a:defRPr>
                <a:solidFill>
                  <a:schemeClr val="accent1"/>
                </a:solidFill>
              </a:defRPr>
            </a:lvl9pPr>
          </a:lstStyle>
          <a:p>
            <a:r>
              <a:rPr lang="en-US" noProof="0"/>
              <a:t>Name</a:t>
            </a:r>
          </a:p>
          <a:p>
            <a:r>
              <a:rPr lang="en-US" noProof="0"/>
              <a:t>Place, Date</a:t>
            </a:r>
          </a:p>
        </p:txBody>
      </p:sp>
      <p:sp>
        <p:nvSpPr>
          <p:cNvPr id="3" name="Subtitle 2"/>
          <p:cNvSpPr>
            <a:spLocks noGrp="1"/>
          </p:cNvSpPr>
          <p:nvPr userDrawn="1">
            <p:ph type="subTitle" idx="1" hasCustomPrompt="1"/>
          </p:nvPr>
        </p:nvSpPr>
        <p:spPr bwMode="gray">
          <a:xfrm>
            <a:off x="6241201" y="2877362"/>
            <a:ext cx="5327407" cy="648000"/>
          </a:xfrm>
          <a:prstGeom prst="rect">
            <a:avLst/>
          </a:prstGeom>
        </p:spPr>
        <p:txBody>
          <a:bodyPr>
            <a:noAutofit/>
          </a:bodyPr>
          <a:lstStyle>
            <a:lvl1pPr marL="0" indent="0" algn="l">
              <a:spcBef>
                <a:spcPts val="0"/>
              </a:spcBef>
              <a:spcAft>
                <a:spcPts val="1200"/>
              </a:spcAft>
              <a:buNone/>
              <a:defRPr sz="1600" b="1" i="0" baseline="0">
                <a:solidFill>
                  <a:schemeClr val="accent1"/>
                </a:solidFill>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r>
              <a:rPr lang="en-US" noProof="0"/>
              <a:t>Subtitle and other information of this presentation</a:t>
            </a:r>
          </a:p>
        </p:txBody>
      </p:sp>
      <p:sp>
        <p:nvSpPr>
          <p:cNvPr id="2" name="Title 1"/>
          <p:cNvSpPr>
            <a:spLocks noGrp="1"/>
          </p:cNvSpPr>
          <p:nvPr userDrawn="1">
            <p:ph type="ctrTitle" hasCustomPrompt="1"/>
          </p:nvPr>
        </p:nvSpPr>
        <p:spPr bwMode="gray">
          <a:xfrm>
            <a:off x="6241201" y="1484784"/>
            <a:ext cx="5327407" cy="1249282"/>
          </a:xfrm>
          <a:prstGeom prst="rect">
            <a:avLst/>
          </a:prstGeom>
          <a:noFill/>
        </p:spPr>
        <p:txBody>
          <a:bodyPr anchor="b"/>
          <a:lstStyle>
            <a:lvl1pPr algn="l">
              <a:lnSpc>
                <a:spcPct val="100000"/>
              </a:lnSpc>
              <a:defRPr sz="4000" b="0" cap="none" baseline="0">
                <a:solidFill>
                  <a:schemeClr val="accent1"/>
                </a:solidFill>
                <a:latin typeface="Merck" panose="04040805020F02020302" pitchFamily="82" charset="0"/>
                <a:ea typeface="Verdana" panose="020B0604030504040204" pitchFamily="34" charset="0"/>
                <a:cs typeface="Verdana" panose="020B0604030504040204" pitchFamily="34" charset="0"/>
              </a:defRPr>
            </a:lvl1pPr>
          </a:lstStyle>
          <a:p>
            <a:r>
              <a:rPr lang="en-US" noProof="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21" name="Bildplatzhalter 20">
            <a:extLst>
              <a:ext uri="{FF2B5EF4-FFF2-40B4-BE49-F238E27FC236}">
                <a16:creationId xmlns:a16="http://schemas.microsoft.com/office/drawing/2014/main" id="{6BE86239-86A3-4A3C-AE8F-E19468EEF865}"/>
              </a:ext>
            </a:extLst>
          </p:cNvPr>
          <p:cNvSpPr>
            <a:spLocks noGrp="1"/>
          </p:cNvSpPr>
          <p:nvPr>
            <p:ph type="pic" sz="quarter" idx="12" hasCustomPrompt="1"/>
          </p:nvPr>
        </p:nvSpPr>
        <p:spPr bwMode="gray">
          <a:xfrm>
            <a:off x="0" y="0"/>
            <a:ext cx="5391566" cy="6237312"/>
          </a:xfrm>
          <a:custGeom>
            <a:avLst/>
            <a:gdLst>
              <a:gd name="connsiteX0" fmla="*/ 0 w 5391566"/>
              <a:gd name="connsiteY0" fmla="*/ 0 h 6223694"/>
              <a:gd name="connsiteX1" fmla="*/ 4584749 w 5391566"/>
              <a:gd name="connsiteY1" fmla="*/ 0 h 6223694"/>
              <a:gd name="connsiteX2" fmla="*/ 5378368 w 5391566"/>
              <a:gd name="connsiteY2" fmla="*/ 4415805 h 6223694"/>
              <a:gd name="connsiteX3" fmla="*/ 4709881 w 5391566"/>
              <a:gd name="connsiteY3" fmla="*/ 5377223 h 6223694"/>
              <a:gd name="connsiteX4" fmla="*/ 0 w 5391566"/>
              <a:gd name="connsiteY4" fmla="*/ 6223694 h 6223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566" h="6223694">
                <a:moveTo>
                  <a:pt x="0" y="0"/>
                </a:moveTo>
                <a:lnTo>
                  <a:pt x="4584749" y="0"/>
                </a:lnTo>
                <a:lnTo>
                  <a:pt x="5378368" y="4415805"/>
                </a:lnTo>
                <a:cubicBezTo>
                  <a:pt x="5459259" y="4865891"/>
                  <a:pt x="5159967" y="5296332"/>
                  <a:pt x="4709881" y="5377223"/>
                </a:cubicBezTo>
                <a:lnTo>
                  <a:pt x="0" y="6223694"/>
                </a:lnTo>
                <a:close/>
              </a:path>
            </a:pathLst>
          </a:custGeom>
          <a:solidFill>
            <a:schemeClr val="bg2"/>
          </a:solidFill>
        </p:spPr>
        <p:txBody>
          <a:bodyPr wrap="square" tIns="720000" anchor="ctr">
            <a:noAutofit/>
          </a:bodyPr>
          <a:lstStyle>
            <a:lvl1pPr algn="ctr">
              <a:defRPr sz="1000">
                <a:solidFill>
                  <a:schemeClr val="accent1"/>
                </a:solidFill>
              </a:defRPr>
            </a:lvl1pPr>
          </a:lstStyle>
          <a:p>
            <a:r>
              <a:rPr lang="en-US" noProof="0"/>
              <a:t>Click icon to add picture</a:t>
            </a:r>
          </a:p>
        </p:txBody>
      </p:sp>
      <p:sp>
        <p:nvSpPr>
          <p:cNvPr id="30" name="Textplatzhalter 29">
            <a:extLst>
              <a:ext uri="{FF2B5EF4-FFF2-40B4-BE49-F238E27FC236}">
                <a16:creationId xmlns:a16="http://schemas.microsoft.com/office/drawing/2014/main" id="{F915B884-4742-4BAD-A795-D49A354E9478}"/>
              </a:ext>
            </a:extLst>
          </p:cNvPr>
          <p:cNvSpPr>
            <a:spLocks noGrp="1"/>
          </p:cNvSpPr>
          <p:nvPr>
            <p:ph type="body" sz="quarter" idx="13" hasCustomPrompt="1"/>
          </p:nvPr>
        </p:nvSpPr>
        <p:spPr>
          <a:xfrm>
            <a:off x="479376" y="5250944"/>
            <a:ext cx="2516400" cy="1274400"/>
          </a:xfrm>
          <a:blipFill dpi="0" rotWithShape="1">
            <a:blip r:embed="rId2"/>
            <a:srcRect/>
            <a:stretch>
              <a:fillRect/>
            </a:stretch>
          </a:blipFill>
        </p:spPr>
        <p:txBody>
          <a:bodyPr/>
          <a:lstStyle/>
          <a:p>
            <a:pPr lvl="0"/>
            <a:r>
              <a:rPr lang="de-DE"/>
              <a:t> </a:t>
            </a:r>
          </a:p>
        </p:txBody>
      </p:sp>
    </p:spTree>
  </p:cSld>
  <p:clrMapOvr>
    <a:masterClrMapping/>
  </p:clrMapOvr>
  <p:extLst>
    <p:ext uri="{DCECCB84-F9BA-43D5-87BE-67443E8EF086}">
      <p15:sldGuideLst xmlns:p15="http://schemas.microsoft.com/office/powerpoint/2012/main">
        <p15:guide id="1" orient="horz" pos="411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lain">
    <p:spTree>
      <p:nvGrpSpPr>
        <p:cNvPr id="1" name=""/>
        <p:cNvGrpSpPr/>
        <p:nvPr/>
      </p:nvGrpSpPr>
      <p:grpSpPr>
        <a:xfrm>
          <a:off x="0" y="0"/>
          <a:ext cx="0" cy="0"/>
          <a:chOff x="0" y="0"/>
          <a:chExt cx="0" cy="0"/>
        </a:xfrm>
      </p:grpSpPr>
      <p:sp>
        <p:nvSpPr>
          <p:cNvPr id="12" name="Rectangle 5">
            <a:extLst>
              <a:ext uri="{FF2B5EF4-FFF2-40B4-BE49-F238E27FC236}">
                <a16:creationId xmlns:a16="http://schemas.microsoft.com/office/drawing/2014/main" id="{4845FE99-9202-4AE1-9418-BFD12BC99C4F}"/>
              </a:ext>
            </a:extLst>
          </p:cNvPr>
          <p:cNvSpPr/>
          <p:nvPr userDrawn="1"/>
        </p:nvSpPr>
        <p:spPr bwMode="gray">
          <a:xfrm>
            <a:off x="1" y="0"/>
            <a:ext cx="12192000" cy="6858001"/>
          </a:xfrm>
          <a:prstGeom prst="rect">
            <a:avLst/>
          </a:prstGeom>
          <a:solidFill>
            <a:srgbClr val="FFDCB9"/>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a:solidFill>
                <a:srgbClr val="FFFFFF"/>
              </a:solidFill>
              <a:latin typeface="Verdana"/>
            </a:endParaRPr>
          </a:p>
        </p:txBody>
      </p:sp>
      <p:sp>
        <p:nvSpPr>
          <p:cNvPr id="13" name="Text Placeholder 12">
            <a:extLst>
              <a:ext uri="{FF2B5EF4-FFF2-40B4-BE49-F238E27FC236}">
                <a16:creationId xmlns:a16="http://schemas.microsoft.com/office/drawing/2014/main" id="{A8E4745C-7424-4744-95A2-7BBEC14E9564}"/>
              </a:ext>
            </a:extLst>
          </p:cNvPr>
          <p:cNvSpPr>
            <a:spLocks noGrp="1"/>
          </p:cNvSpPr>
          <p:nvPr>
            <p:ph type="body" sz="quarter" idx="10" hasCustomPrompt="1"/>
          </p:nvPr>
        </p:nvSpPr>
        <p:spPr bwMode="gray">
          <a:xfrm>
            <a:off x="5951538" y="3597205"/>
            <a:ext cx="5617069"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1"/>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a:t>Name</a:t>
            </a:r>
            <a:br>
              <a:rPr lang="en-US" noProof="0"/>
            </a:br>
            <a:r>
              <a:rPr lang="en-US" noProof="0"/>
              <a:t>Place, Date</a:t>
            </a:r>
          </a:p>
        </p:txBody>
      </p:sp>
      <p:sp>
        <p:nvSpPr>
          <p:cNvPr id="14" name="Subtitle 2">
            <a:extLst>
              <a:ext uri="{FF2B5EF4-FFF2-40B4-BE49-F238E27FC236}">
                <a16:creationId xmlns:a16="http://schemas.microsoft.com/office/drawing/2014/main" id="{E61BF4E9-64E1-4E8E-BE68-96228166E53F}"/>
              </a:ext>
            </a:extLst>
          </p:cNvPr>
          <p:cNvSpPr>
            <a:spLocks noGrp="1"/>
          </p:cNvSpPr>
          <p:nvPr>
            <p:ph type="subTitle" idx="1" hasCustomPrompt="1"/>
          </p:nvPr>
        </p:nvSpPr>
        <p:spPr bwMode="gray">
          <a:xfrm>
            <a:off x="5952081" y="2877197"/>
            <a:ext cx="5616521" cy="576000"/>
          </a:xfrm>
          <a:prstGeom prst="rect">
            <a:avLst/>
          </a:prstGeom>
        </p:spPr>
        <p:txBody>
          <a:bodyPr>
            <a:noAutofit/>
          </a:bodyPr>
          <a:lstStyle>
            <a:lvl1pPr marL="0" indent="0" algn="l">
              <a:spcBef>
                <a:spcPts val="0"/>
              </a:spcBef>
              <a:spcAft>
                <a:spcPts val="1200"/>
              </a:spcAft>
              <a:buNone/>
              <a:defRPr sz="1600" b="1" i="0" baseline="0">
                <a:solidFill>
                  <a:schemeClr val="accent1"/>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a:t>Subtitle and other information of this presentation</a:t>
            </a:r>
            <a:endParaRPr lang="en-US"/>
          </a:p>
          <a:p>
            <a:pPr lvl="0"/>
            <a:endParaRPr lang="en-US" noProof="0"/>
          </a:p>
        </p:txBody>
      </p:sp>
      <p:sp>
        <p:nvSpPr>
          <p:cNvPr id="15" name="Title 1">
            <a:extLst>
              <a:ext uri="{FF2B5EF4-FFF2-40B4-BE49-F238E27FC236}">
                <a16:creationId xmlns:a16="http://schemas.microsoft.com/office/drawing/2014/main" id="{992C4668-0E92-4A26-BFD2-87F3BE8E08F7}"/>
              </a:ext>
            </a:extLst>
          </p:cNvPr>
          <p:cNvSpPr>
            <a:spLocks noGrp="1"/>
          </p:cNvSpPr>
          <p:nvPr>
            <p:ph type="ctrTitle" hasCustomPrompt="1"/>
          </p:nvPr>
        </p:nvSpPr>
        <p:spPr bwMode="gray">
          <a:xfrm>
            <a:off x="5952081" y="1484784"/>
            <a:ext cx="5616521" cy="1249282"/>
          </a:xfrm>
          <a:prstGeom prst="rect">
            <a:avLst/>
          </a:prstGeom>
          <a:noFill/>
        </p:spPr>
        <p:txBody>
          <a:bodyPr anchor="b"/>
          <a:lstStyle>
            <a:lvl1pPr algn="l">
              <a:lnSpc>
                <a:spcPct val="100000"/>
              </a:lnSpc>
              <a:defRPr sz="4000" b="0" cap="none" baseline="0">
                <a:solidFill>
                  <a:schemeClr val="accent1"/>
                </a:solidFill>
                <a:latin typeface="Merck" panose="04040805020F02020302" pitchFamily="82" charset="0"/>
                <a:ea typeface="Verdana" panose="020B0604030504040204" pitchFamily="34" charset="0"/>
                <a:cs typeface="Verdana" panose="020B0604030504040204" pitchFamily="34" charset="0"/>
              </a:defRPr>
            </a:lvl1pPr>
          </a:lstStyle>
          <a:p>
            <a:r>
              <a:rPr lang="en-US" noProof="0"/>
              <a:t>Title of presentation</a:t>
            </a:r>
          </a:p>
        </p:txBody>
      </p:sp>
      <p:grpSp>
        <p:nvGrpSpPr>
          <p:cNvPr id="16" name="Logo Merck">
            <a:extLst>
              <a:ext uri="{FF2B5EF4-FFF2-40B4-BE49-F238E27FC236}">
                <a16:creationId xmlns:a16="http://schemas.microsoft.com/office/drawing/2014/main" id="{3024E96D-7627-473F-8A03-198366307529}"/>
              </a:ext>
            </a:extLst>
          </p:cNvPr>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7" name="Freeform 5">
              <a:extLst>
                <a:ext uri="{FF2B5EF4-FFF2-40B4-BE49-F238E27FC236}">
                  <a16:creationId xmlns:a16="http://schemas.microsoft.com/office/drawing/2014/main" id="{B8FE8F6D-ECC1-408B-B9F7-3D225ED78C7B}"/>
                </a:ext>
              </a:extLst>
            </p:cNvPr>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6">
              <a:extLst>
                <a:ext uri="{FF2B5EF4-FFF2-40B4-BE49-F238E27FC236}">
                  <a16:creationId xmlns:a16="http://schemas.microsoft.com/office/drawing/2014/main" id="{8F1A83D3-8EA6-45F4-B880-0967E765589F}"/>
                </a:ext>
              </a:extLst>
            </p:cNvPr>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pic>
        <p:nvPicPr>
          <p:cNvPr id="5" name="Grafik 4">
            <a:extLst>
              <a:ext uri="{FF2B5EF4-FFF2-40B4-BE49-F238E27FC236}">
                <a16:creationId xmlns:a16="http://schemas.microsoft.com/office/drawing/2014/main" id="{CC881072-F3D8-48C6-A57A-634757C09BB2}"/>
              </a:ext>
            </a:extLst>
          </p:cNvPr>
          <p:cNvPicPr>
            <a:picLocks noChangeAspect="1"/>
          </p:cNvPicPr>
          <p:nvPr userDrawn="1"/>
        </p:nvPicPr>
        <p:blipFill rotWithShape="1">
          <a:blip r:embed="rId2"/>
          <a:srcRect l="46171"/>
          <a:stretch/>
        </p:blipFill>
        <p:spPr>
          <a:xfrm>
            <a:off x="0" y="830757"/>
            <a:ext cx="6255256" cy="5811978"/>
          </a:xfrm>
          <a:prstGeom prst="rect">
            <a:avLst/>
          </a:prstGeom>
        </p:spPr>
      </p:pic>
    </p:spTree>
    <p:extLst>
      <p:ext uri="{BB962C8B-B14F-4D97-AF65-F5344CB8AC3E}">
        <p14:creationId xmlns:p14="http://schemas.microsoft.com/office/powerpoint/2010/main" val="181132351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4" name="Content Placeholder 13"/>
          <p:cNvSpPr>
            <a:spLocks noGrp="1"/>
          </p:cNvSpPr>
          <p:nvPr>
            <p:ph sz="quarter" idx="14" hasCustomPrompt="1"/>
          </p:nvPr>
        </p:nvSpPr>
        <p:spPr bwMode="gray">
          <a:xfrm>
            <a:off x="623888" y="1484313"/>
            <a:ext cx="10944227" cy="4608511"/>
          </a:xfrm>
        </p:spPr>
        <p:txBody>
          <a:bodyPr/>
          <a:lstStyle>
            <a:lvl1pPr marL="342900" indent="-342900">
              <a:buClr>
                <a:schemeClr val="bg2"/>
              </a:buClr>
              <a:buFont typeface="+mj-lt"/>
              <a:buAutoNum type="arabicPeriod"/>
              <a:defRPr/>
            </a:lvl1pPr>
            <a:lvl2pPr marL="534988" indent="-179388">
              <a:defRPr/>
            </a:lvl2pPr>
            <a:lvl3pPr marL="715963" indent="-179388">
              <a:defRPr/>
            </a:lvl3pPr>
            <a:lvl4pPr marL="896938" indent="-179388">
              <a:defRPr/>
            </a:lvl4pPr>
            <a:lvl5pPr marL="449263" indent="0">
              <a:buNone/>
              <a:defRPr/>
            </a:lvl5pPr>
          </a:lstStyle>
          <a:p>
            <a:pPr lvl="0"/>
            <a:r>
              <a:rPr lang="en-US"/>
              <a:t>Insert your agenda points here. Use the button “increase list level” to add </a:t>
            </a:r>
            <a:r>
              <a:rPr lang="en-US" err="1"/>
              <a:t>subitems</a:t>
            </a:r>
            <a:r>
              <a:rPr lang="en-US"/>
              <a:t>.</a:t>
            </a:r>
            <a:br>
              <a:rPr lang="en-US"/>
            </a:br>
            <a:r>
              <a:rPr lang="en-US"/>
              <a:t>You can find other agenda designs within the slide library.</a:t>
            </a:r>
          </a:p>
          <a:p>
            <a:pPr lvl="0"/>
            <a:r>
              <a:rPr lang="en-US"/>
              <a:t>Click to edit Master text styles</a:t>
            </a:r>
          </a:p>
          <a:p>
            <a:pPr lvl="1"/>
            <a:r>
              <a:rPr lang="en-US"/>
              <a:t>Second level</a:t>
            </a:r>
          </a:p>
          <a:p>
            <a:pPr lvl="2"/>
            <a:r>
              <a:rPr lang="en-US"/>
              <a:t>Third level</a:t>
            </a:r>
          </a:p>
          <a:p>
            <a:pPr lvl="3"/>
            <a:r>
              <a:rPr lang="en-US"/>
              <a:t>Fourth level</a:t>
            </a:r>
          </a:p>
          <a:p>
            <a:pPr lvl="3"/>
            <a:r>
              <a:rPr lang="en-US"/>
              <a:t>Fifth level</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a:t> </a:t>
            </a:r>
          </a:p>
        </p:txBody>
      </p:sp>
      <p:sp>
        <p:nvSpPr>
          <p:cNvPr id="3" name="Title 2"/>
          <p:cNvSpPr>
            <a:spLocks noGrp="1"/>
          </p:cNvSpPr>
          <p:nvPr>
            <p:ph type="title" hasCustomPrompt="1"/>
          </p:nvPr>
        </p:nvSpPr>
        <p:spPr bwMode="gray">
          <a:xfrm>
            <a:off x="623888" y="730800"/>
            <a:ext cx="10944225" cy="325952"/>
          </a:xfrm>
        </p:spPr>
        <p:txBody>
          <a:bodyPr/>
          <a:lstStyle/>
          <a:p>
            <a:r>
              <a:rPr lang="en-US"/>
              <a:t>Insert slide title here (max. 2 lines | max. 1 line with Action Title)</a:t>
            </a:r>
          </a:p>
        </p:txBody>
      </p:sp>
      <p:sp>
        <p:nvSpPr>
          <p:cNvPr id="4" name="Fußzeilenplatzhalter 3">
            <a:extLst>
              <a:ext uri="{FF2B5EF4-FFF2-40B4-BE49-F238E27FC236}">
                <a16:creationId xmlns:a16="http://schemas.microsoft.com/office/drawing/2014/main" id="{5F934EA1-1883-4D38-9FDC-7B4EE39EA964}"/>
              </a:ext>
            </a:extLst>
          </p:cNvPr>
          <p:cNvSpPr>
            <a:spLocks noGrp="1"/>
          </p:cNvSpPr>
          <p:nvPr>
            <p:ph type="ftr" sz="quarter" idx="15"/>
          </p:nvPr>
        </p:nvSpPr>
        <p:spPr bwMode="gray"/>
        <p:txBody>
          <a:bodyPr/>
          <a:lstStyle/>
          <a:p>
            <a:r>
              <a:rPr lang="en-US"/>
              <a:t>Title of Presentation | DD.MM.YYYY</a:t>
            </a:r>
          </a:p>
        </p:txBody>
      </p:sp>
      <p:sp>
        <p:nvSpPr>
          <p:cNvPr id="6" name="Foliennummernplatzhalter 5">
            <a:extLst>
              <a:ext uri="{FF2B5EF4-FFF2-40B4-BE49-F238E27FC236}">
                <a16:creationId xmlns:a16="http://schemas.microsoft.com/office/drawing/2014/main" id="{A9116324-0C1D-439A-912E-27AE05A10F32}"/>
              </a:ext>
            </a:extLst>
          </p:cNvPr>
          <p:cNvSpPr>
            <a:spLocks noGrp="1"/>
          </p:cNvSpPr>
          <p:nvPr>
            <p:ph type="sldNum" sz="quarter" idx="16"/>
          </p:nvPr>
        </p:nvSpPr>
        <p:spPr bwMode="gray"/>
        <p:txBody>
          <a:bodyPr/>
          <a:lstStyle/>
          <a:p>
            <a:fld id="{FD5E7EB4-4CDF-47BB-AF16-07782904B863}" type="slidenum">
              <a:rPr lang="en-US"/>
              <a:pPr/>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1" name="Content Placeholder 10"/>
          <p:cNvSpPr>
            <a:spLocks noGrp="1"/>
          </p:cNvSpPr>
          <p:nvPr>
            <p:ph sz="quarter" idx="14" hasCustomPrompt="1"/>
          </p:nvPr>
        </p:nvSpPr>
        <p:spPr bwMode="gray">
          <a:xfrm>
            <a:off x="623888" y="1484313"/>
            <a:ext cx="10944227" cy="4608511"/>
          </a:xfrm>
        </p:spPr>
        <p:txBody>
          <a:bodyPr/>
          <a:lst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lvl1pPr>
            <a:lvl5pPr>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a:t>Insert slide title here (max. 2 lines | max. 1 line with Action Title)</a:t>
            </a:r>
          </a:p>
        </p:txBody>
      </p:sp>
      <p:sp>
        <p:nvSpPr>
          <p:cNvPr id="2" name="Fußzeilenplatzhalter 1">
            <a:extLst>
              <a:ext uri="{FF2B5EF4-FFF2-40B4-BE49-F238E27FC236}">
                <a16:creationId xmlns:a16="http://schemas.microsoft.com/office/drawing/2014/main" id="{2AB8F34D-A5C0-4BC9-B0F3-11856D9ED02E}"/>
              </a:ext>
            </a:extLst>
          </p:cNvPr>
          <p:cNvSpPr>
            <a:spLocks noGrp="1"/>
          </p:cNvSpPr>
          <p:nvPr>
            <p:ph type="ftr" sz="quarter" idx="15"/>
          </p:nvPr>
        </p:nvSpPr>
        <p:spPr bwMode="gray"/>
        <p:txBody>
          <a:bodyPr/>
          <a:lstStyle/>
          <a:p>
            <a:r>
              <a:rPr lang="en-US"/>
              <a:t>Title of Presentation | DD.MM.YYYY</a:t>
            </a:r>
          </a:p>
        </p:txBody>
      </p:sp>
      <p:sp>
        <p:nvSpPr>
          <p:cNvPr id="3" name="Foliennummernplatzhalter 2">
            <a:extLst>
              <a:ext uri="{FF2B5EF4-FFF2-40B4-BE49-F238E27FC236}">
                <a16:creationId xmlns:a16="http://schemas.microsoft.com/office/drawing/2014/main" id="{C962AE53-FF41-4032-9C92-554890CB3881}"/>
              </a:ext>
            </a:extLst>
          </p:cNvPr>
          <p:cNvSpPr>
            <a:spLocks noGrp="1"/>
          </p:cNvSpPr>
          <p:nvPr>
            <p:ph type="sldNum" sz="quarter" idx="16"/>
          </p:nvPr>
        </p:nvSpPr>
        <p:spPr bwMode="gray"/>
        <p:txBody>
          <a:bodyPr/>
          <a:lstStyle/>
          <a:p>
            <a:fld id="{FD5E7EB4-4CDF-47BB-AF16-07782904B863}" type="slidenum">
              <a:rPr lang="en-US"/>
              <a:pPr/>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14" name="Content Placeholder 13"/>
          <p:cNvSpPr>
            <a:spLocks noGrp="1"/>
          </p:cNvSpPr>
          <p:nvPr>
            <p:ph sz="quarter" idx="16" hasCustomPrompt="1"/>
          </p:nvPr>
        </p:nvSpPr>
        <p:spPr bwMode="gray">
          <a:xfrm>
            <a:off x="6240464"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5" hasCustomPrompt="1"/>
          </p:nvPr>
        </p:nvSpPr>
        <p:spPr bwMode="gray">
          <a:xfrm>
            <a:off x="623392"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a:t> </a:t>
            </a:r>
          </a:p>
        </p:txBody>
      </p:sp>
      <p:sp>
        <p:nvSpPr>
          <p:cNvPr id="2" name="Title 1"/>
          <p:cNvSpPr>
            <a:spLocks noGrp="1"/>
          </p:cNvSpPr>
          <p:nvPr>
            <p:ph type="title" hasCustomPrompt="1"/>
          </p:nvPr>
        </p:nvSpPr>
        <p:spPr bwMode="gray">
          <a:xfrm>
            <a:off x="623888" y="730800"/>
            <a:ext cx="10944225" cy="325952"/>
          </a:xfrm>
        </p:spPr>
        <p:txBody>
          <a:bodyPr/>
          <a:lstStyle/>
          <a:p>
            <a:r>
              <a:rPr lang="en-US"/>
              <a:t>Insert slide title here (max. 2 lines | max. 1 line with Action Title)</a:t>
            </a:r>
          </a:p>
        </p:txBody>
      </p:sp>
      <p:sp>
        <p:nvSpPr>
          <p:cNvPr id="3" name="Fußzeilenplatzhalter 2">
            <a:extLst>
              <a:ext uri="{FF2B5EF4-FFF2-40B4-BE49-F238E27FC236}">
                <a16:creationId xmlns:a16="http://schemas.microsoft.com/office/drawing/2014/main" id="{5DEF66B1-2B35-4F3D-8FA1-45C43C92981D}"/>
              </a:ext>
            </a:extLst>
          </p:cNvPr>
          <p:cNvSpPr>
            <a:spLocks noGrp="1"/>
          </p:cNvSpPr>
          <p:nvPr>
            <p:ph type="ftr" sz="quarter" idx="17"/>
          </p:nvPr>
        </p:nvSpPr>
        <p:spPr bwMode="gray"/>
        <p:txBody>
          <a:bodyPr/>
          <a:lstStyle/>
          <a:p>
            <a:r>
              <a:rPr lang="en-US"/>
              <a:t>Title of Presentation | DD.MM.YYYY</a:t>
            </a:r>
          </a:p>
        </p:txBody>
      </p:sp>
      <p:sp>
        <p:nvSpPr>
          <p:cNvPr id="4" name="Foliennummernplatzhalter 3">
            <a:extLst>
              <a:ext uri="{FF2B5EF4-FFF2-40B4-BE49-F238E27FC236}">
                <a16:creationId xmlns:a16="http://schemas.microsoft.com/office/drawing/2014/main" id="{6594110D-FB2C-4548-B1FA-4A7EB94F133E}"/>
              </a:ext>
            </a:extLst>
          </p:cNvPr>
          <p:cNvSpPr>
            <a:spLocks noGrp="1"/>
          </p:cNvSpPr>
          <p:nvPr>
            <p:ph type="sldNum" sz="quarter" idx="18"/>
          </p:nvPr>
        </p:nvSpPr>
        <p:spPr bwMode="gray"/>
        <p:txBody>
          <a:bodyPr/>
          <a:lstStyle/>
          <a:p>
            <a:fld id="{FD5E7EB4-4CDF-47BB-AF16-07782904B863}" type="slidenum">
              <a:rPr lang="en-US"/>
              <a:pPr/>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5" name="Content Placeholder 14"/>
          <p:cNvSpPr>
            <a:spLocks noGrp="1"/>
          </p:cNvSpPr>
          <p:nvPr>
            <p:ph sz="quarter" idx="18" hasCustomPrompt="1"/>
          </p:nvPr>
        </p:nvSpPr>
        <p:spPr bwMode="gray">
          <a:xfrm>
            <a:off x="624845" y="1484314"/>
            <a:ext cx="3454931"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9" hasCustomPrompt="1"/>
          </p:nvPr>
        </p:nvSpPr>
        <p:spPr bwMode="gray">
          <a:xfrm>
            <a:off x="4368803" y="1484314"/>
            <a:ext cx="3455986"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20" hasCustomPrompt="1"/>
          </p:nvPr>
        </p:nvSpPr>
        <p:spPr bwMode="gray">
          <a:xfrm>
            <a:off x="8112000" y="1484313"/>
            <a:ext cx="345600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a:t>You can use this field to enter text, a table, a diagram or </a:t>
            </a:r>
            <a:r>
              <a:rPr lang="en-US" err="1"/>
              <a:t>SmartArts</a:t>
            </a:r>
            <a:r>
              <a:rPr lang="en-US"/>
              <a:t>. Use the buttons “Increase List Level” for </a:t>
            </a:r>
            <a:r>
              <a:rPr lang="en-US" err="1"/>
              <a:t>copytext</a:t>
            </a:r>
            <a:r>
              <a:rPr lang="en-US"/>
              <a:t> or bullet levels. Use the icons below to create visual content.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a:t> </a:t>
            </a:r>
          </a:p>
        </p:txBody>
      </p:sp>
      <p:sp>
        <p:nvSpPr>
          <p:cNvPr id="4" name="Title 3"/>
          <p:cNvSpPr>
            <a:spLocks noGrp="1"/>
          </p:cNvSpPr>
          <p:nvPr>
            <p:ph type="title" hasCustomPrompt="1"/>
          </p:nvPr>
        </p:nvSpPr>
        <p:spPr bwMode="gray">
          <a:xfrm>
            <a:off x="623888" y="730801"/>
            <a:ext cx="10944225" cy="325952"/>
          </a:xfrm>
        </p:spPr>
        <p:txBody>
          <a:bodyPr/>
          <a:lstStyle/>
          <a:p>
            <a:r>
              <a:rPr lang="en-US"/>
              <a:t>Insert slide title here (max. 2 lines | max. 1 line with Action Title)</a:t>
            </a:r>
          </a:p>
        </p:txBody>
      </p:sp>
      <p:sp>
        <p:nvSpPr>
          <p:cNvPr id="2" name="Fußzeilenplatzhalter 1">
            <a:extLst>
              <a:ext uri="{FF2B5EF4-FFF2-40B4-BE49-F238E27FC236}">
                <a16:creationId xmlns:a16="http://schemas.microsoft.com/office/drawing/2014/main" id="{D1328EC7-157B-409E-AF0F-00B8B6EE2D12}"/>
              </a:ext>
            </a:extLst>
          </p:cNvPr>
          <p:cNvSpPr>
            <a:spLocks noGrp="1"/>
          </p:cNvSpPr>
          <p:nvPr>
            <p:ph type="ftr" sz="quarter" idx="21"/>
          </p:nvPr>
        </p:nvSpPr>
        <p:spPr bwMode="gray"/>
        <p:txBody>
          <a:bodyPr/>
          <a:lstStyle/>
          <a:p>
            <a:r>
              <a:rPr lang="en-US"/>
              <a:t>Title of Presentation | DD.MM.YYYY</a:t>
            </a:r>
          </a:p>
        </p:txBody>
      </p:sp>
      <p:sp>
        <p:nvSpPr>
          <p:cNvPr id="3" name="Foliennummernplatzhalter 2">
            <a:extLst>
              <a:ext uri="{FF2B5EF4-FFF2-40B4-BE49-F238E27FC236}">
                <a16:creationId xmlns:a16="http://schemas.microsoft.com/office/drawing/2014/main" id="{82B2B86B-BA50-4AE8-98E0-0C5519E10E56}"/>
              </a:ext>
            </a:extLst>
          </p:cNvPr>
          <p:cNvSpPr>
            <a:spLocks noGrp="1"/>
          </p:cNvSpPr>
          <p:nvPr>
            <p:ph type="sldNum" sz="quarter" idx="22"/>
          </p:nvPr>
        </p:nvSpPr>
        <p:spPr bwMode="gray"/>
        <p:txBody>
          <a:bodyPr/>
          <a:lstStyle/>
          <a:p>
            <a:fld id="{FD5E7EB4-4CDF-47BB-AF16-07782904B863}" type="slidenum">
              <a:rPr lang="en-US"/>
              <a:pPr/>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a:t> </a:t>
            </a:r>
          </a:p>
        </p:txBody>
      </p:sp>
      <p:sp>
        <p:nvSpPr>
          <p:cNvPr id="5" name="Title 4"/>
          <p:cNvSpPr>
            <a:spLocks noGrp="1"/>
          </p:cNvSpPr>
          <p:nvPr>
            <p:ph type="title" hasCustomPrompt="1"/>
          </p:nvPr>
        </p:nvSpPr>
        <p:spPr bwMode="gray">
          <a:xfrm>
            <a:off x="623888" y="730800"/>
            <a:ext cx="10944225" cy="325952"/>
          </a:xfrm>
        </p:spPr>
        <p:txBody>
          <a:bodyPr/>
          <a:lstStyle>
            <a:lvl1pPr>
              <a:defRPr/>
            </a:lvl1pPr>
          </a:lstStyle>
          <a:p>
            <a:r>
              <a:rPr lang="en-US"/>
              <a:t>Insert slide title here (max. 2 lines | max. 1 line with Action Title)</a:t>
            </a:r>
          </a:p>
        </p:txBody>
      </p:sp>
      <p:sp>
        <p:nvSpPr>
          <p:cNvPr id="2" name="Fußzeilenplatzhalter 1">
            <a:extLst>
              <a:ext uri="{FF2B5EF4-FFF2-40B4-BE49-F238E27FC236}">
                <a16:creationId xmlns:a16="http://schemas.microsoft.com/office/drawing/2014/main" id="{DC1A3A0B-4241-4AC5-A07E-A9AC7CC4A1B1}"/>
              </a:ext>
            </a:extLst>
          </p:cNvPr>
          <p:cNvSpPr>
            <a:spLocks noGrp="1"/>
          </p:cNvSpPr>
          <p:nvPr>
            <p:ph type="ftr" sz="quarter" idx="14"/>
          </p:nvPr>
        </p:nvSpPr>
        <p:spPr bwMode="gray"/>
        <p:txBody>
          <a:bodyPr/>
          <a:lstStyle/>
          <a:p>
            <a:r>
              <a:rPr lang="en-US"/>
              <a:t>Title of Presentation | DD.MM.YYYY</a:t>
            </a:r>
          </a:p>
        </p:txBody>
      </p:sp>
      <p:sp>
        <p:nvSpPr>
          <p:cNvPr id="3" name="Foliennummernplatzhalter 2">
            <a:extLst>
              <a:ext uri="{FF2B5EF4-FFF2-40B4-BE49-F238E27FC236}">
                <a16:creationId xmlns:a16="http://schemas.microsoft.com/office/drawing/2014/main" id="{96E51C11-1DC2-48EC-9664-E7966335E18F}"/>
              </a:ext>
            </a:extLst>
          </p:cNvPr>
          <p:cNvSpPr>
            <a:spLocks noGrp="1"/>
          </p:cNvSpPr>
          <p:nvPr>
            <p:ph type="sldNum" sz="quarter" idx="15"/>
          </p:nvPr>
        </p:nvSpPr>
        <p:spPr bwMode="gray"/>
        <p:txBody>
          <a:bodyPr/>
          <a:lstStyle/>
          <a:p>
            <a:fld id="{FD5E7EB4-4CDF-47BB-AF16-07782904B863}"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7AEC351-0C14-4A78-B44F-22C808D9B959}"/>
              </a:ext>
            </a:extLst>
          </p:cNvPr>
          <p:cNvSpPr>
            <a:spLocks noGrp="1"/>
          </p:cNvSpPr>
          <p:nvPr>
            <p:ph type="sldNum" sz="quarter" idx="10"/>
          </p:nvPr>
        </p:nvSpPr>
        <p:spPr/>
        <p:txBody>
          <a:bodyPr/>
          <a:lstStyle/>
          <a:p>
            <a:fld id="{FD5E7EB4-4CDF-47BB-AF16-07782904B863}" type="slidenum">
              <a:rPr lang="en-US"/>
              <a:pPr/>
              <a:t>‹#›</a:t>
            </a:fld>
            <a:endParaRPr lang="en-US"/>
          </a:p>
        </p:txBody>
      </p:sp>
      <p:sp>
        <p:nvSpPr>
          <p:cNvPr id="4" name="Fußzeilenplatzhalter 3">
            <a:extLst>
              <a:ext uri="{FF2B5EF4-FFF2-40B4-BE49-F238E27FC236}">
                <a16:creationId xmlns:a16="http://schemas.microsoft.com/office/drawing/2014/main" id="{37856D4E-A02F-49D4-A840-6137F62DE188}"/>
              </a:ext>
            </a:extLst>
          </p:cNvPr>
          <p:cNvSpPr>
            <a:spLocks noGrp="1"/>
          </p:cNvSpPr>
          <p:nvPr>
            <p:ph type="ftr" sz="quarter" idx="11"/>
          </p:nvPr>
        </p:nvSpPr>
        <p:spPr/>
        <p:txBody>
          <a:bodyPr/>
          <a:lstStyle/>
          <a:p>
            <a:r>
              <a:rPr lang="en-US"/>
              <a:t>Title of Presentation | DD.MM.YYYY</a:t>
            </a:r>
          </a:p>
        </p:txBody>
      </p:sp>
    </p:spTree>
    <p:extLst>
      <p:ext uri="{BB962C8B-B14F-4D97-AF65-F5344CB8AC3E}">
        <p14:creationId xmlns:p14="http://schemas.microsoft.com/office/powerpoint/2010/main" val="158865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61" name="Rechteck 60">
            <a:extLst>
              <a:ext uri="{FF2B5EF4-FFF2-40B4-BE49-F238E27FC236}">
                <a16:creationId xmlns:a16="http://schemas.microsoft.com/office/drawing/2014/main" id="{C8C382FB-356F-4895-8B83-DD109048C1C8}"/>
              </a:ext>
            </a:extLst>
          </p:cNvPr>
          <p:cNvSpPr/>
          <p:nvPr userDrawn="1"/>
        </p:nvSpPr>
        <p:spPr bwMode="gray">
          <a:xfrm>
            <a:off x="0" y="0"/>
            <a:ext cx="12191999" cy="6858000"/>
          </a:xfrm>
          <a:prstGeom prst="rect">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56" name="Freihandform: Form 55">
            <a:extLst>
              <a:ext uri="{FF2B5EF4-FFF2-40B4-BE49-F238E27FC236}">
                <a16:creationId xmlns:a16="http://schemas.microsoft.com/office/drawing/2014/main" id="{70ACF905-D63A-4240-BCDE-11174A42408C}"/>
              </a:ext>
            </a:extLst>
          </p:cNvPr>
          <p:cNvSpPr/>
          <p:nvPr userDrawn="1"/>
        </p:nvSpPr>
        <p:spPr>
          <a:xfrm>
            <a:off x="10885236" y="-2977"/>
            <a:ext cx="1306763" cy="861512"/>
          </a:xfrm>
          <a:custGeom>
            <a:avLst/>
            <a:gdLst>
              <a:gd name="connsiteX0" fmla="*/ 18700 w 1306763"/>
              <a:gd name="connsiteY0" fmla="*/ 0 h 861512"/>
              <a:gd name="connsiteX1" fmla="*/ 1306763 w 1306763"/>
              <a:gd name="connsiteY1" fmla="*/ 0 h 861512"/>
              <a:gd name="connsiteX2" fmla="*/ 1306763 w 1306763"/>
              <a:gd name="connsiteY2" fmla="*/ 861512 h 861512"/>
              <a:gd name="connsiteX3" fmla="*/ 492547 w 1306763"/>
              <a:gd name="connsiteY3" fmla="*/ 755603 h 861512"/>
              <a:gd name="connsiteX4" fmla="*/ 3127 w 1306763"/>
              <a:gd name="connsiteY4" fmla="*/ 119671 h 86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763" h="861512">
                <a:moveTo>
                  <a:pt x="18700" y="0"/>
                </a:moveTo>
                <a:lnTo>
                  <a:pt x="1306763" y="0"/>
                </a:lnTo>
                <a:lnTo>
                  <a:pt x="1306763" y="861512"/>
                </a:lnTo>
                <a:lnTo>
                  <a:pt x="492547" y="755603"/>
                </a:lnTo>
                <a:cubicBezTo>
                  <a:pt x="-70132" y="682343"/>
                  <a:pt x="3127" y="119671"/>
                  <a:pt x="3127" y="119671"/>
                </a:cubicBezTo>
                <a:close/>
              </a:path>
            </a:pathLst>
          </a:custGeom>
          <a:solidFill>
            <a:schemeClr val="bg2"/>
          </a:solidFill>
          <a:ln w="9525" cap="flat">
            <a:noFill/>
            <a:prstDash val="solid"/>
            <a:miter/>
          </a:ln>
        </p:spPr>
        <p:txBody>
          <a:bodyPr rtlCol="0" anchor="ctr"/>
          <a:lstStyle/>
          <a:p>
            <a:endParaRPr lang="en-US"/>
          </a:p>
        </p:txBody>
      </p:sp>
      <p:sp>
        <p:nvSpPr>
          <p:cNvPr id="53" name="Freihandform: Form 52">
            <a:extLst>
              <a:ext uri="{FF2B5EF4-FFF2-40B4-BE49-F238E27FC236}">
                <a16:creationId xmlns:a16="http://schemas.microsoft.com/office/drawing/2014/main" id="{E8E46B28-57CF-4070-AC7B-5028D3C639CB}"/>
              </a:ext>
            </a:extLst>
          </p:cNvPr>
          <p:cNvSpPr/>
          <p:nvPr/>
        </p:nvSpPr>
        <p:spPr>
          <a:xfrm>
            <a:off x="3300754" y="-2977"/>
            <a:ext cx="8548675" cy="6860978"/>
          </a:xfrm>
          <a:custGeom>
            <a:avLst/>
            <a:gdLst>
              <a:gd name="connsiteX0" fmla="*/ 1815049 w 8548675"/>
              <a:gd name="connsiteY0" fmla="*/ 0 h 6860978"/>
              <a:gd name="connsiteX1" fmla="*/ 5475557 w 8548675"/>
              <a:gd name="connsiteY1" fmla="*/ 0 h 6860978"/>
              <a:gd name="connsiteX2" fmla="*/ 8089597 w 8548675"/>
              <a:gd name="connsiteY2" fmla="*/ 1384874 h 6860978"/>
              <a:gd name="connsiteX3" fmla="*/ 8443212 w 8548675"/>
              <a:gd name="connsiteY3" fmla="*/ 2535560 h 6860978"/>
              <a:gd name="connsiteX4" fmla="*/ 6329942 w 8548675"/>
              <a:gd name="connsiteY4" fmla="*/ 6524297 h 6860978"/>
              <a:gd name="connsiteX5" fmla="*/ 6075791 w 8548675"/>
              <a:gd name="connsiteY5" fmla="*/ 6836204 h 6860978"/>
              <a:gd name="connsiteX6" fmla="*/ 6037484 w 8548675"/>
              <a:gd name="connsiteY6" fmla="*/ 6860978 h 6860978"/>
              <a:gd name="connsiteX7" fmla="*/ 5147284 w 8548675"/>
              <a:gd name="connsiteY7" fmla="*/ 6860978 h 6860978"/>
              <a:gd name="connsiteX8" fmla="*/ 459081 w 8548675"/>
              <a:gd name="connsiteY8" fmla="*/ 4377241 h 6860978"/>
              <a:gd name="connsiteX9" fmla="*/ 105461 w 8548675"/>
              <a:gd name="connsiteY9" fmla="*/ 3226555 h 686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48675" h="6860978">
                <a:moveTo>
                  <a:pt x="1815049" y="0"/>
                </a:moveTo>
                <a:lnTo>
                  <a:pt x="5475557" y="0"/>
                </a:lnTo>
                <a:lnTo>
                  <a:pt x="8089597" y="1384874"/>
                </a:lnTo>
                <a:cubicBezTo>
                  <a:pt x="8841664" y="1783492"/>
                  <a:pt x="8443212" y="2535560"/>
                  <a:pt x="8443212" y="2535560"/>
                </a:cubicBezTo>
                <a:lnTo>
                  <a:pt x="6329942" y="6524297"/>
                </a:lnTo>
                <a:cubicBezTo>
                  <a:pt x="6255232" y="6665310"/>
                  <a:pt x="6168085" y="6765876"/>
                  <a:pt x="6075791" y="6836204"/>
                </a:cubicBezTo>
                <a:lnTo>
                  <a:pt x="6037484" y="6860978"/>
                </a:lnTo>
                <a:lnTo>
                  <a:pt x="5147284" y="6860978"/>
                </a:lnTo>
                <a:lnTo>
                  <a:pt x="459081" y="4377241"/>
                </a:lnTo>
                <a:cubicBezTo>
                  <a:pt x="-292986" y="3978789"/>
                  <a:pt x="105461" y="3226555"/>
                  <a:pt x="105461" y="3226555"/>
                </a:cubicBezTo>
                <a:close/>
              </a:path>
            </a:pathLst>
          </a:custGeom>
          <a:solidFill>
            <a:schemeClr val="bg2"/>
          </a:solidFill>
          <a:ln w="9525" cap="flat">
            <a:noFill/>
            <a:prstDash val="solid"/>
            <a:miter/>
          </a:ln>
        </p:spPr>
        <p:txBody>
          <a:bodyPr rtlCol="0" anchor="ctr"/>
          <a:lstStyle/>
          <a:p>
            <a:endParaRPr lang="en-US"/>
          </a:p>
        </p:txBody>
      </p:sp>
      <p:sp>
        <p:nvSpPr>
          <p:cNvPr id="59" name="Freihandform: Form 58">
            <a:extLst>
              <a:ext uri="{FF2B5EF4-FFF2-40B4-BE49-F238E27FC236}">
                <a16:creationId xmlns:a16="http://schemas.microsoft.com/office/drawing/2014/main" id="{AFF26CBE-D8CA-40C1-AF75-98E3F13E451B}"/>
              </a:ext>
            </a:extLst>
          </p:cNvPr>
          <p:cNvSpPr/>
          <p:nvPr/>
        </p:nvSpPr>
        <p:spPr>
          <a:xfrm rot="1238158">
            <a:off x="10486910" y="4018761"/>
            <a:ext cx="2079421" cy="3311913"/>
          </a:xfrm>
          <a:custGeom>
            <a:avLst/>
            <a:gdLst>
              <a:gd name="connsiteX0" fmla="*/ 652994 w 2079421"/>
              <a:gd name="connsiteY0" fmla="*/ 40934 h 3311913"/>
              <a:gd name="connsiteX1" fmla="*/ 942900 w 2079421"/>
              <a:gd name="connsiteY1" fmla="*/ 2133 h 3311913"/>
              <a:gd name="connsiteX2" fmla="*/ 1136078 w 2079421"/>
              <a:gd name="connsiteY2" fmla="*/ 23873 h 3311913"/>
              <a:gd name="connsiteX3" fmla="*/ 2079421 w 2079421"/>
              <a:gd name="connsiteY3" fmla="*/ 2528820 h 3311913"/>
              <a:gd name="connsiteX4" fmla="*/ 0 w 2079421"/>
              <a:gd name="connsiteY4" fmla="*/ 3311913 h 3311913"/>
              <a:gd name="connsiteX5" fmla="*/ 315575 w 2079421"/>
              <a:gd name="connsiteY5" fmla="*/ 502593 h 3311913"/>
              <a:gd name="connsiteX6" fmla="*/ 652994 w 2079421"/>
              <a:gd name="connsiteY6" fmla="*/ 40934 h 331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9421" h="3311913">
                <a:moveTo>
                  <a:pt x="652994" y="40934"/>
                </a:moveTo>
                <a:cubicBezTo>
                  <a:pt x="801906" y="-13704"/>
                  <a:pt x="942900" y="2133"/>
                  <a:pt x="942900" y="2133"/>
                </a:cubicBezTo>
                <a:lnTo>
                  <a:pt x="1136078" y="23873"/>
                </a:lnTo>
                <a:lnTo>
                  <a:pt x="2079421" y="2528820"/>
                </a:lnTo>
                <a:lnTo>
                  <a:pt x="0" y="3311913"/>
                </a:lnTo>
                <a:lnTo>
                  <a:pt x="315575" y="502593"/>
                </a:lnTo>
                <a:cubicBezTo>
                  <a:pt x="347249" y="220688"/>
                  <a:pt x="504081" y="95573"/>
                  <a:pt x="652994" y="40934"/>
                </a:cubicBezTo>
                <a:close/>
              </a:path>
            </a:pathLst>
          </a:custGeom>
          <a:solidFill>
            <a:schemeClr val="bg2"/>
          </a:solidFill>
          <a:ln w="9525"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7D085731-918A-4DCF-958E-BA8DA112D27C}"/>
              </a:ext>
            </a:extLst>
          </p:cNvPr>
          <p:cNvSpPr/>
          <p:nvPr userDrawn="1"/>
        </p:nvSpPr>
        <p:spPr bwMode="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5707323 w 12192000"/>
              <a:gd name="connsiteY3" fmla="*/ 1 h 6858000"/>
              <a:gd name="connsiteX4" fmla="*/ 4938860 w 12192000"/>
              <a:gd name="connsiteY4" fmla="*/ 2177110 h 6858000"/>
              <a:gd name="connsiteX5" fmla="*/ 5655305 w 12192000"/>
              <a:gd name="connsiteY5" fmla="*/ 3675195 h 6858000"/>
              <a:gd name="connsiteX6" fmla="*/ 12192000 w 12192000"/>
              <a:gd name="connsiteY6" fmla="*/ 5982274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12192000" y="0"/>
                </a:lnTo>
                <a:lnTo>
                  <a:pt x="12192000" y="1"/>
                </a:lnTo>
                <a:lnTo>
                  <a:pt x="5707323" y="1"/>
                </a:lnTo>
                <a:lnTo>
                  <a:pt x="4938860" y="2177110"/>
                </a:lnTo>
                <a:cubicBezTo>
                  <a:pt x="4938860" y="2177110"/>
                  <a:pt x="4548036" y="3284378"/>
                  <a:pt x="5655305" y="3675195"/>
                </a:cubicBezTo>
                <a:lnTo>
                  <a:pt x="12192000" y="5982274"/>
                </a:lnTo>
                <a:lnTo>
                  <a:pt x="12192000" y="6858000"/>
                </a:lnTo>
                <a:lnTo>
                  <a:pt x="0" y="6858000"/>
                </a:lnTo>
                <a:close/>
              </a:path>
            </a:pathLst>
          </a:custGeom>
          <a:solidFill>
            <a:srgbClr val="FFDCB9"/>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60" name="Freihandform: Form 59">
            <a:extLst>
              <a:ext uri="{FF2B5EF4-FFF2-40B4-BE49-F238E27FC236}">
                <a16:creationId xmlns:a16="http://schemas.microsoft.com/office/drawing/2014/main" id="{9C508460-DD80-4E96-B83F-CDD1198C6EB2}"/>
              </a:ext>
            </a:extLst>
          </p:cNvPr>
          <p:cNvSpPr/>
          <p:nvPr userDrawn="1"/>
        </p:nvSpPr>
        <p:spPr>
          <a:xfrm>
            <a:off x="1" y="3174287"/>
            <a:ext cx="4123641" cy="3683713"/>
          </a:xfrm>
          <a:custGeom>
            <a:avLst/>
            <a:gdLst>
              <a:gd name="connsiteX0" fmla="*/ 903040 w 4123641"/>
              <a:gd name="connsiteY0" fmla="*/ 6 h 3683713"/>
              <a:gd name="connsiteX1" fmla="*/ 1005228 w 4123641"/>
              <a:gd name="connsiteY1" fmla="*/ 4162 h 3683713"/>
              <a:gd name="connsiteX2" fmla="*/ 3144664 w 4123641"/>
              <a:gd name="connsiteY2" fmla="*/ 244780 h 3683713"/>
              <a:gd name="connsiteX3" fmla="*/ 4119480 w 4123641"/>
              <a:gd name="connsiteY3" fmla="*/ 1466755 h 3683713"/>
              <a:gd name="connsiteX4" fmla="*/ 3870239 w 4123641"/>
              <a:gd name="connsiteY4" fmla="*/ 3683713 h 3683713"/>
              <a:gd name="connsiteX5" fmla="*/ 0 w 4123641"/>
              <a:gd name="connsiteY5" fmla="*/ 3683713 h 3683713"/>
              <a:gd name="connsiteX6" fmla="*/ 0 w 4123641"/>
              <a:gd name="connsiteY6" fmla="*/ 400106 h 3683713"/>
              <a:gd name="connsiteX7" fmla="*/ 26287 w 4123641"/>
              <a:gd name="connsiteY7" fmla="*/ 363393 h 3683713"/>
              <a:gd name="connsiteX8" fmla="*/ 903040 w 4123641"/>
              <a:gd name="connsiteY8" fmla="*/ 6 h 368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3641" h="3683713">
                <a:moveTo>
                  <a:pt x="903040" y="6"/>
                </a:moveTo>
                <a:cubicBezTo>
                  <a:pt x="966609" y="-180"/>
                  <a:pt x="1005228" y="4162"/>
                  <a:pt x="1005228" y="4162"/>
                </a:cubicBezTo>
                <a:lnTo>
                  <a:pt x="3144664" y="244780"/>
                </a:lnTo>
                <a:cubicBezTo>
                  <a:pt x="4242964" y="368264"/>
                  <a:pt x="4119480" y="1466755"/>
                  <a:pt x="4119480" y="1466755"/>
                </a:cubicBezTo>
                <a:lnTo>
                  <a:pt x="3870239" y="3683713"/>
                </a:lnTo>
                <a:lnTo>
                  <a:pt x="0" y="3683713"/>
                </a:lnTo>
                <a:lnTo>
                  <a:pt x="0" y="400106"/>
                </a:lnTo>
                <a:lnTo>
                  <a:pt x="26287" y="363393"/>
                </a:lnTo>
                <a:cubicBezTo>
                  <a:pt x="297069" y="41872"/>
                  <a:pt x="712332" y="565"/>
                  <a:pt x="903040" y="6"/>
                </a:cubicBezTo>
                <a:close/>
              </a:path>
            </a:pathLst>
          </a:custGeom>
          <a:solidFill>
            <a:schemeClr val="bg2"/>
          </a:solidFill>
          <a:ln w="9525" cap="flat">
            <a:noFill/>
            <a:prstDash val="solid"/>
            <a:miter/>
          </a:ln>
        </p:spPr>
        <p:txBody>
          <a:bodyPr rtlCol="0" anchor="ctr"/>
          <a:lstStyle/>
          <a:p>
            <a:endParaRPr lang="en-US"/>
          </a:p>
        </p:txBody>
      </p:sp>
      <p:sp>
        <p:nvSpPr>
          <p:cNvPr id="2" name="Title 1"/>
          <p:cNvSpPr>
            <a:spLocks noGrp="1"/>
          </p:cNvSpPr>
          <p:nvPr userDrawn="1">
            <p:ph type="title" hasCustomPrompt="1"/>
          </p:nvPr>
        </p:nvSpPr>
        <p:spPr bwMode="gray">
          <a:xfrm>
            <a:off x="6240463" y="1484784"/>
            <a:ext cx="5327651" cy="1368151"/>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a:t>Chapter name </a:t>
            </a:r>
            <a:br>
              <a:rPr lang="en-US" noProof="0"/>
            </a:br>
            <a:r>
              <a:rPr lang="en-US" noProof="0"/>
              <a:t>in two lines</a:t>
            </a:r>
          </a:p>
        </p:txBody>
      </p:sp>
      <p:grpSp>
        <p:nvGrpSpPr>
          <p:cNvPr id="10" name="Group 9"/>
          <p:cNvGrpSpPr>
            <a:grpSpLocks noChangeAspect="1"/>
          </p:cNvGrpSpPr>
          <p:nvPr userDrawn="1">
            <p:custDataLst>
              <p:tags r:id="rId1"/>
            </p:custDataLst>
          </p:nvPr>
        </p:nvGrpSpPr>
        <p:grpSpPr bwMode="gray">
          <a:xfrm>
            <a:off x="10539522" y="6440320"/>
            <a:ext cx="1028592" cy="162000"/>
            <a:chOff x="-4548188" y="3063875"/>
            <a:chExt cx="2741613" cy="431800"/>
          </a:xfrm>
          <a:solidFill>
            <a:schemeClr val="bg2"/>
          </a:solidFill>
        </p:grpSpPr>
        <p:sp>
          <p:nvSpPr>
            <p:cNvPr id="11" name="Freeform 9"/>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3"/>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0"/>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1"/>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 name="Text Placeholder 16"/>
          <p:cNvSpPr>
            <a:spLocks noGrp="1"/>
          </p:cNvSpPr>
          <p:nvPr userDrawn="1">
            <p:ph type="body" sz="quarter" idx="13" hasCustomPrompt="1"/>
          </p:nvPr>
        </p:nvSpPr>
        <p:spPr bwMode="gray">
          <a:xfrm>
            <a:off x="623888" y="3861048"/>
            <a:ext cx="3455987" cy="2231777"/>
          </a:xfrm>
          <a:prstGeom prst="rect">
            <a:avLst/>
          </a:prstGeom>
        </p:spPr>
        <p:txBody>
          <a:bodyPr wrap="none" anchor="b"/>
          <a:lstStyle>
            <a:lvl1pPr marL="0" indent="0">
              <a:buFont typeface="Arial" panose="020B0604020202020204" pitchFamily="34" charset="0"/>
              <a:buNone/>
              <a:defRPr sz="11500" b="0">
                <a:ln>
                  <a:noFill/>
                </a:ln>
                <a:solidFill>
                  <a:srgbClr val="FFDCB9"/>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a:t>00</a:t>
            </a:r>
          </a:p>
        </p:txBody>
      </p:sp>
    </p:spTree>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lain">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Rectangle 5">
            <a:extLst>
              <a:ext uri="{FF2B5EF4-FFF2-40B4-BE49-F238E27FC236}">
                <a16:creationId xmlns:a16="http://schemas.microsoft.com/office/drawing/2014/main" id="{1F66C43F-9CEE-4108-822F-4D7623823595}"/>
              </a:ext>
            </a:extLst>
          </p:cNvPr>
          <p:cNvSpPr/>
          <p:nvPr userDrawn="1"/>
        </p:nvSpPr>
        <p:spPr bwMode="gray">
          <a:xfrm>
            <a:off x="1" y="0"/>
            <a:ext cx="12192000" cy="6858001"/>
          </a:xfrm>
          <a:prstGeom prst="rect">
            <a:avLst/>
          </a:prstGeom>
          <a:solidFill>
            <a:srgbClr val="FFDCB9"/>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a:solidFill>
                <a:srgbClr val="FFFFFF"/>
              </a:solidFill>
              <a:latin typeface="Verdana"/>
            </a:endParaRPr>
          </a:p>
        </p:txBody>
      </p:sp>
      <p:grpSp>
        <p:nvGrpSpPr>
          <p:cNvPr id="22" name="Group 9">
            <a:extLst>
              <a:ext uri="{FF2B5EF4-FFF2-40B4-BE49-F238E27FC236}">
                <a16:creationId xmlns:a16="http://schemas.microsoft.com/office/drawing/2014/main" id="{33467EAB-D7BB-45E1-AB3A-1A90C41CA112}"/>
              </a:ext>
            </a:extLst>
          </p:cNvPr>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23" name="Freeform 9">
              <a:extLst>
                <a:ext uri="{FF2B5EF4-FFF2-40B4-BE49-F238E27FC236}">
                  <a16:creationId xmlns:a16="http://schemas.microsoft.com/office/drawing/2014/main" id="{C3E68EF0-E394-4FE3-BDE3-AFA69C9D61AC}"/>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619DBFB6-C1E8-49CE-ABE8-7482BCD12A8E}"/>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a:extLst>
                <a:ext uri="{FF2B5EF4-FFF2-40B4-BE49-F238E27FC236}">
                  <a16:creationId xmlns:a16="http://schemas.microsoft.com/office/drawing/2014/main" id="{B630B640-B848-4B04-AB6B-F087878D88A4}"/>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a:extLst>
                <a:ext uri="{FF2B5EF4-FFF2-40B4-BE49-F238E27FC236}">
                  <a16:creationId xmlns:a16="http://schemas.microsoft.com/office/drawing/2014/main" id="{1D61D8AA-CFBF-4ABF-9AFF-791ADDA48626}"/>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a:extLst>
                <a:ext uri="{FF2B5EF4-FFF2-40B4-BE49-F238E27FC236}">
                  <a16:creationId xmlns:a16="http://schemas.microsoft.com/office/drawing/2014/main" id="{04A6E599-9317-4693-8FC3-4073D3546CD0}"/>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 name="Text Placeholder 16">
            <a:extLst>
              <a:ext uri="{FF2B5EF4-FFF2-40B4-BE49-F238E27FC236}">
                <a16:creationId xmlns:a16="http://schemas.microsoft.com/office/drawing/2014/main" id="{79AFF54C-A23C-4ECD-A980-5D0991EFFB26}"/>
              </a:ext>
            </a:extLst>
          </p:cNvPr>
          <p:cNvSpPr>
            <a:spLocks noGrp="1"/>
          </p:cNvSpPr>
          <p:nvPr>
            <p:ph type="body" sz="quarter" idx="13" hasCustomPrompt="1"/>
          </p:nvPr>
        </p:nvSpPr>
        <p:spPr bwMode="gray">
          <a:xfrm>
            <a:off x="5951538" y="1989138"/>
            <a:ext cx="5617069" cy="1251710"/>
          </a:xfrm>
          <a:prstGeom prst="rect">
            <a:avLst/>
          </a:prstGeom>
        </p:spPr>
        <p:txBody>
          <a:bodyPr wrap="none" tIns="0" bIns="216000" anchor="ctr"/>
          <a:lstStyle>
            <a:lvl1pPr marL="0" indent="0" algn="l">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a:t>00</a:t>
            </a:r>
          </a:p>
        </p:txBody>
      </p:sp>
      <p:sp>
        <p:nvSpPr>
          <p:cNvPr id="14" name="Title 1">
            <a:extLst>
              <a:ext uri="{FF2B5EF4-FFF2-40B4-BE49-F238E27FC236}">
                <a16:creationId xmlns:a16="http://schemas.microsoft.com/office/drawing/2014/main" id="{D09FD659-5304-4C33-9CE5-679C1E182ECA}"/>
              </a:ext>
            </a:extLst>
          </p:cNvPr>
          <p:cNvSpPr>
            <a:spLocks noGrp="1"/>
          </p:cNvSpPr>
          <p:nvPr>
            <p:ph type="title" hasCustomPrompt="1"/>
          </p:nvPr>
        </p:nvSpPr>
        <p:spPr bwMode="gray">
          <a:xfrm>
            <a:off x="5951538" y="3356992"/>
            <a:ext cx="5617070" cy="2232000"/>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a:t>Chapter name </a:t>
            </a:r>
            <a:br>
              <a:rPr lang="en-US" noProof="0"/>
            </a:br>
            <a:r>
              <a:rPr lang="en-US" noProof="0"/>
              <a:t>in two lines </a:t>
            </a:r>
          </a:p>
        </p:txBody>
      </p:sp>
      <p:pic>
        <p:nvPicPr>
          <p:cNvPr id="4" name="Grafik 3">
            <a:extLst>
              <a:ext uri="{FF2B5EF4-FFF2-40B4-BE49-F238E27FC236}">
                <a16:creationId xmlns:a16="http://schemas.microsoft.com/office/drawing/2014/main" id="{BEF21155-C201-4CAA-BC18-A9F0BFE86052}"/>
              </a:ext>
            </a:extLst>
          </p:cNvPr>
          <p:cNvPicPr>
            <a:picLocks noChangeAspect="1"/>
          </p:cNvPicPr>
          <p:nvPr userDrawn="1"/>
        </p:nvPicPr>
        <p:blipFill rotWithShape="1">
          <a:blip r:embed="rId6"/>
          <a:srcRect l="31255"/>
          <a:stretch/>
        </p:blipFill>
        <p:spPr>
          <a:xfrm>
            <a:off x="0" y="1446214"/>
            <a:ext cx="6251342" cy="4548164"/>
          </a:xfrm>
          <a:prstGeom prst="rect">
            <a:avLst/>
          </a:prstGeom>
        </p:spPr>
      </p:pic>
    </p:spTree>
    <p:extLst>
      <p:ext uri="{BB962C8B-B14F-4D97-AF65-F5344CB8AC3E}">
        <p14:creationId xmlns:p14="http://schemas.microsoft.com/office/powerpoint/2010/main" val="425367778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Rectangle 10"/>
          <p:cNvSpPr/>
          <p:nvPr userDrawn="1"/>
        </p:nvSpPr>
        <p:spPr bwMode="gray">
          <a:xfrm>
            <a:off x="1" y="0"/>
            <a:ext cx="12192000" cy="6858001"/>
          </a:xfrm>
          <a:prstGeom prst="rect">
            <a:avLst/>
          </a:prstGeom>
          <a:solidFill>
            <a:srgbClr val="FFDCB9"/>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a:solidFill>
                <a:srgbClr val="FFFFFF"/>
              </a:solidFill>
              <a:latin typeface="Verdana"/>
            </a:endParaRPr>
          </a:p>
        </p:txBody>
      </p:sp>
      <p:sp>
        <p:nvSpPr>
          <p:cNvPr id="21" name="Text Placeholder AP1 Details">
            <a:extLst>
              <a:ext uri="{FF2B5EF4-FFF2-40B4-BE49-F238E27FC236}">
                <a16:creationId xmlns:a16="http://schemas.microsoft.com/office/drawing/2014/main" id="{C79BA157-337C-448E-BD06-F2E605981490}"/>
              </a:ext>
            </a:extLst>
          </p:cNvPr>
          <p:cNvSpPr>
            <a:spLocks noGrp="1"/>
          </p:cNvSpPr>
          <p:nvPr>
            <p:ph type="body" sz="quarter" idx="19" hasCustomPrompt="1"/>
          </p:nvPr>
        </p:nvSpPr>
        <p:spPr bwMode="gray">
          <a:xfrm>
            <a:off x="624092" y="1988680"/>
            <a:ext cx="2519767" cy="1655976"/>
          </a:xfrm>
          <a:prstGeom prst="rect">
            <a:avLst/>
          </a:prstGeom>
          <a:noFill/>
        </p:spPr>
        <p:txBody>
          <a:bodyPr vert="horz" lIns="0" tIns="0" rIns="0" bIns="0" rtlCol="0" anchor="t" anchorCtr="0">
            <a:noAutofit/>
          </a:bodyPr>
          <a:lstStyle>
            <a:lvl1pPr>
              <a:spcBef>
                <a:spcPts val="0"/>
              </a:spcBef>
              <a:defRPr lang="de-DE" sz="1200" b="0" kern="1200" baseline="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a:t>Add your contact details here.</a:t>
            </a:r>
          </a:p>
        </p:txBody>
      </p:sp>
      <p:sp>
        <p:nvSpPr>
          <p:cNvPr id="22" name="Text Placeholder AP1 Name">
            <a:extLst>
              <a:ext uri="{FF2B5EF4-FFF2-40B4-BE49-F238E27FC236}">
                <a16:creationId xmlns:a16="http://schemas.microsoft.com/office/drawing/2014/main" id="{4767AE3E-BA55-4D0F-9B00-7507CE2530B0}"/>
              </a:ext>
            </a:extLst>
          </p:cNvPr>
          <p:cNvSpPr>
            <a:spLocks noGrp="1"/>
          </p:cNvSpPr>
          <p:nvPr>
            <p:ph type="body" sz="quarter" idx="10" hasCustomPrompt="1"/>
          </p:nvPr>
        </p:nvSpPr>
        <p:spPr bwMode="gray">
          <a:xfrm>
            <a:off x="624001" y="148478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a:t>Contact (Please edit)</a:t>
            </a:r>
          </a:p>
        </p:txBody>
      </p:sp>
      <p:sp>
        <p:nvSpPr>
          <p:cNvPr id="23" name="Text Placeholder AP1 Details">
            <a:extLst>
              <a:ext uri="{FF2B5EF4-FFF2-40B4-BE49-F238E27FC236}">
                <a16:creationId xmlns:a16="http://schemas.microsoft.com/office/drawing/2014/main" id="{4E25AFD2-BC03-4CA9-ADA6-9259311CEBD1}"/>
              </a:ext>
            </a:extLst>
          </p:cNvPr>
          <p:cNvSpPr>
            <a:spLocks noGrp="1"/>
          </p:cNvSpPr>
          <p:nvPr>
            <p:ph type="body" sz="quarter" idx="20" hasCustomPrompt="1"/>
          </p:nvPr>
        </p:nvSpPr>
        <p:spPr bwMode="gray">
          <a:xfrm>
            <a:off x="623483" y="4437320"/>
            <a:ext cx="2519767" cy="1655976"/>
          </a:xfrm>
          <a:prstGeom prst="rect">
            <a:avLst/>
          </a:prstGeom>
          <a:noFill/>
        </p:spPr>
        <p:txBody>
          <a:bodyPr vert="horz" lIns="0" tIns="0" rIns="0" bIns="0" rtlCol="0" anchor="t" anchorCtr="0">
            <a:noAutofit/>
          </a:bodyPr>
          <a:lstStyle>
            <a:lvl1pPr>
              <a:spcBef>
                <a:spcPts val="0"/>
              </a:spcBef>
              <a:defRPr lang="de-DE" sz="1200" b="0" kern="1200" baseline="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a:t>Add your contact details here.</a:t>
            </a:r>
          </a:p>
        </p:txBody>
      </p:sp>
      <p:sp>
        <p:nvSpPr>
          <p:cNvPr id="24" name="Text Placeholder AP1 Name">
            <a:extLst>
              <a:ext uri="{FF2B5EF4-FFF2-40B4-BE49-F238E27FC236}">
                <a16:creationId xmlns:a16="http://schemas.microsoft.com/office/drawing/2014/main" id="{E99B597B-5A5D-453D-BA59-9E21430B9705}"/>
              </a:ext>
            </a:extLst>
          </p:cNvPr>
          <p:cNvSpPr>
            <a:spLocks noGrp="1"/>
          </p:cNvSpPr>
          <p:nvPr>
            <p:ph type="body" sz="quarter" idx="21" hasCustomPrompt="1"/>
          </p:nvPr>
        </p:nvSpPr>
        <p:spPr bwMode="gray">
          <a:xfrm>
            <a:off x="623392" y="393342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a:t>Contact (Please edit)</a:t>
            </a:r>
          </a:p>
        </p:txBody>
      </p:sp>
      <p:sp>
        <p:nvSpPr>
          <p:cNvPr id="36" name="Text Placeholder AP1 Details">
            <a:extLst>
              <a:ext uri="{FF2B5EF4-FFF2-40B4-BE49-F238E27FC236}">
                <a16:creationId xmlns:a16="http://schemas.microsoft.com/office/drawing/2014/main" id="{5D01E36C-135A-4222-8595-E9375AA04EEB}"/>
              </a:ext>
            </a:extLst>
          </p:cNvPr>
          <p:cNvSpPr>
            <a:spLocks noGrp="1"/>
          </p:cNvSpPr>
          <p:nvPr>
            <p:ph type="body" sz="quarter" idx="22" hasCustomPrompt="1"/>
          </p:nvPr>
        </p:nvSpPr>
        <p:spPr bwMode="gray">
          <a:xfrm>
            <a:off x="3431795" y="4436952"/>
            <a:ext cx="2519767" cy="1655976"/>
          </a:xfrm>
          <a:prstGeom prst="rect">
            <a:avLst/>
          </a:prstGeom>
          <a:noFill/>
        </p:spPr>
        <p:txBody>
          <a:bodyPr vert="horz" lIns="0" tIns="0" rIns="0" bIns="0" rtlCol="0" anchor="t" anchorCtr="0">
            <a:noAutofit/>
          </a:bodyPr>
          <a:lstStyle>
            <a:lvl1pPr>
              <a:spcBef>
                <a:spcPts val="0"/>
              </a:spcBef>
              <a:defRPr lang="de-DE" sz="1200" b="0" kern="1200" baseline="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a:t>Add your contact details here.</a:t>
            </a:r>
          </a:p>
        </p:txBody>
      </p:sp>
      <p:sp>
        <p:nvSpPr>
          <p:cNvPr id="37" name="Text Placeholder AP1 Name">
            <a:extLst>
              <a:ext uri="{FF2B5EF4-FFF2-40B4-BE49-F238E27FC236}">
                <a16:creationId xmlns:a16="http://schemas.microsoft.com/office/drawing/2014/main" id="{02417E19-3B69-4B9D-845C-6895CBD40AD8}"/>
              </a:ext>
            </a:extLst>
          </p:cNvPr>
          <p:cNvSpPr>
            <a:spLocks noGrp="1"/>
          </p:cNvSpPr>
          <p:nvPr>
            <p:ph type="body" sz="quarter" idx="23" hasCustomPrompt="1"/>
          </p:nvPr>
        </p:nvSpPr>
        <p:spPr bwMode="gray">
          <a:xfrm>
            <a:off x="3431704" y="3933056"/>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a:t>Contact (Please edit)</a:t>
            </a:r>
          </a:p>
        </p:txBody>
      </p:sp>
      <p:pic>
        <p:nvPicPr>
          <p:cNvPr id="13" name="Grafik 12">
            <a:extLst>
              <a:ext uri="{FF2B5EF4-FFF2-40B4-BE49-F238E27FC236}">
                <a16:creationId xmlns:a16="http://schemas.microsoft.com/office/drawing/2014/main" id="{6E8E4851-1BB3-4555-AA79-7F4B2AF18486}"/>
              </a:ext>
            </a:extLst>
          </p:cNvPr>
          <p:cNvPicPr>
            <a:picLocks noChangeAspect="1"/>
          </p:cNvPicPr>
          <p:nvPr userDrawn="1"/>
        </p:nvPicPr>
        <p:blipFill>
          <a:blip r:embed="rId5"/>
          <a:stretch>
            <a:fillRect/>
          </a:stretch>
        </p:blipFill>
        <p:spPr>
          <a:xfrm>
            <a:off x="7310438" y="3938289"/>
            <a:ext cx="4273028" cy="2164061"/>
          </a:xfrm>
          <a:prstGeom prst="rect">
            <a:avLst/>
          </a:prstGeom>
        </p:spPr>
      </p:pic>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0" imgW="353" imgH="353" progId="TCLayout.ActiveDocument.1">
                  <p:embed/>
                </p:oleObj>
              </mc:Choice>
              <mc:Fallback>
                <p:oleObj name="think-cell Slide" r:id="rId20" imgW="353" imgH="353" progId="TCLayout.ActiveDocument.1">
                  <p:embed/>
                  <p:pic>
                    <p:nvPicPr>
                      <p:cNvPr id="2" name="Object 1" hidden="1"/>
                      <p:cNvPicPr/>
                      <p:nvPr/>
                    </p:nvPicPr>
                    <p:blipFill>
                      <a:blip r:embed="rId21"/>
                      <a:stretch>
                        <a:fillRect/>
                      </a:stretch>
                    </p:blipFill>
                    <p:spPr>
                      <a:xfrm>
                        <a:off x="1588" y="1588"/>
                        <a:ext cx="1587" cy="1587"/>
                      </a:xfrm>
                      <a:prstGeom prst="rect">
                        <a:avLst/>
                      </a:prstGeom>
                    </p:spPr>
                  </p:pic>
                </p:oleObj>
              </mc:Fallback>
            </mc:AlternateContent>
          </a:graphicData>
        </a:graphic>
      </p:graphicFrame>
      <p:cxnSp>
        <p:nvCxnSpPr>
          <p:cNvPr id="14" name="Gerade Verbindung 36"/>
          <p:cNvCxnSpPr/>
          <p:nvPr userDrawn="1"/>
        </p:nvCxnSpPr>
        <p:spPr bwMode="gray">
          <a:xfrm flipV="1">
            <a:off x="624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5" name="Gerade Verbindung 37"/>
          <p:cNvCxnSpPr/>
          <p:nvPr userDrawn="1"/>
        </p:nvCxnSpPr>
        <p:spPr bwMode="gray">
          <a:xfrm flipV="1">
            <a:off x="1272000" y="-171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6" name="Gerade Verbindung 36"/>
          <p:cNvCxnSpPr/>
          <p:nvPr userDrawn="1"/>
        </p:nvCxnSpPr>
        <p:spPr bwMode="gray">
          <a:xfrm flipV="1">
            <a:off x="1560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7" name="Gerade Verbindung 37"/>
          <p:cNvCxnSpPr/>
          <p:nvPr userDrawn="1"/>
        </p:nvCxnSpPr>
        <p:spPr bwMode="gray">
          <a:xfrm flipV="1">
            <a:off x="2208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8" name="Gerade Verbindung 36"/>
          <p:cNvCxnSpPr/>
          <p:nvPr userDrawn="1"/>
        </p:nvCxnSpPr>
        <p:spPr bwMode="gray">
          <a:xfrm flipV="1">
            <a:off x="2496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9" name="Gerade Verbindung 37"/>
          <p:cNvCxnSpPr/>
          <p:nvPr userDrawn="1"/>
        </p:nvCxnSpPr>
        <p:spPr bwMode="gray">
          <a:xfrm flipV="1">
            <a:off x="3144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0" name="Gerade Verbindung 36"/>
          <p:cNvCxnSpPr/>
          <p:nvPr userDrawn="1"/>
        </p:nvCxnSpPr>
        <p:spPr bwMode="gray">
          <a:xfrm flipV="1">
            <a:off x="3432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1" name="Gerade Verbindung 37"/>
          <p:cNvCxnSpPr/>
          <p:nvPr userDrawn="1"/>
        </p:nvCxnSpPr>
        <p:spPr bwMode="gray">
          <a:xfrm flipV="1">
            <a:off x="4080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2" name="Gerade Verbindung 36"/>
          <p:cNvCxnSpPr/>
          <p:nvPr userDrawn="1"/>
        </p:nvCxnSpPr>
        <p:spPr bwMode="gray">
          <a:xfrm flipV="1">
            <a:off x="4368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3" name="Gerade Verbindung 37"/>
          <p:cNvCxnSpPr/>
          <p:nvPr userDrawn="1"/>
        </p:nvCxnSpPr>
        <p:spPr bwMode="gray">
          <a:xfrm flipV="1">
            <a:off x="5016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4" name="Gerade Verbindung 36"/>
          <p:cNvCxnSpPr/>
          <p:nvPr userDrawn="1"/>
        </p:nvCxnSpPr>
        <p:spPr bwMode="gray">
          <a:xfrm flipV="1">
            <a:off x="5304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5" name="Gerade Verbindung 37"/>
          <p:cNvCxnSpPr/>
          <p:nvPr userDrawn="1"/>
        </p:nvCxnSpPr>
        <p:spPr bwMode="gray">
          <a:xfrm flipV="1">
            <a:off x="5952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6" name="Gerade Verbindung 36"/>
          <p:cNvCxnSpPr/>
          <p:nvPr userDrawn="1"/>
        </p:nvCxnSpPr>
        <p:spPr bwMode="gray">
          <a:xfrm flipV="1">
            <a:off x="6240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7" name="Gerade Verbindung 37"/>
          <p:cNvCxnSpPr/>
          <p:nvPr userDrawn="1"/>
        </p:nvCxnSpPr>
        <p:spPr bwMode="gray">
          <a:xfrm flipV="1">
            <a:off x="6888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8" name="Gerade Verbindung 36"/>
          <p:cNvCxnSpPr/>
          <p:nvPr userDrawn="1"/>
        </p:nvCxnSpPr>
        <p:spPr bwMode="gray">
          <a:xfrm flipV="1">
            <a:off x="7176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9" name="Gerade Verbindung 37"/>
          <p:cNvCxnSpPr/>
          <p:nvPr userDrawn="1"/>
        </p:nvCxnSpPr>
        <p:spPr bwMode="gray">
          <a:xfrm flipV="1">
            <a:off x="7824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0" name="Gerade Verbindung 36"/>
          <p:cNvCxnSpPr/>
          <p:nvPr userDrawn="1"/>
        </p:nvCxnSpPr>
        <p:spPr bwMode="gray">
          <a:xfrm flipV="1">
            <a:off x="8112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1" name="Gerade Verbindung 37"/>
          <p:cNvCxnSpPr/>
          <p:nvPr userDrawn="1"/>
        </p:nvCxnSpPr>
        <p:spPr bwMode="gray">
          <a:xfrm flipV="1">
            <a:off x="8760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2" name="Gerade Verbindung 36"/>
          <p:cNvCxnSpPr/>
          <p:nvPr userDrawn="1"/>
        </p:nvCxnSpPr>
        <p:spPr bwMode="gray">
          <a:xfrm flipV="1">
            <a:off x="9048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3" name="Gerade Verbindung 37"/>
          <p:cNvCxnSpPr/>
          <p:nvPr userDrawn="1"/>
        </p:nvCxnSpPr>
        <p:spPr bwMode="gray">
          <a:xfrm flipV="1">
            <a:off x="9696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4" name="Gerade Verbindung 36"/>
          <p:cNvCxnSpPr/>
          <p:nvPr userDrawn="1"/>
        </p:nvCxnSpPr>
        <p:spPr bwMode="gray">
          <a:xfrm flipV="1">
            <a:off x="9984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5" name="Gerade Verbindung 37"/>
          <p:cNvCxnSpPr/>
          <p:nvPr userDrawn="1"/>
        </p:nvCxnSpPr>
        <p:spPr bwMode="gray">
          <a:xfrm flipV="1">
            <a:off x="10632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6" name="Gerade Verbindung 36"/>
          <p:cNvCxnSpPr/>
          <p:nvPr userDrawn="1"/>
        </p:nvCxnSpPr>
        <p:spPr bwMode="gray">
          <a:xfrm flipV="1">
            <a:off x="10920000" y="-16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7" name="Gerade Verbindung 37"/>
          <p:cNvCxnSpPr/>
          <p:nvPr userDrawn="1"/>
        </p:nvCxnSpPr>
        <p:spPr bwMode="gray">
          <a:xfrm flipV="1">
            <a:off x="11568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8" name="Gerade Verbindung 36"/>
          <p:cNvCxnSpPr/>
          <p:nvPr userDrawn="1"/>
        </p:nvCxnSpPr>
        <p:spPr bwMode="gray">
          <a:xfrm flipV="1">
            <a:off x="624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9" name="Gerade Verbindung 37"/>
          <p:cNvCxnSpPr/>
          <p:nvPr userDrawn="1"/>
        </p:nvCxnSpPr>
        <p:spPr bwMode="gray">
          <a:xfrm flipV="1">
            <a:off x="1272000" y="6952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0" name="Gerade Verbindung 36"/>
          <p:cNvCxnSpPr/>
          <p:nvPr userDrawn="1"/>
        </p:nvCxnSpPr>
        <p:spPr bwMode="gray">
          <a:xfrm flipV="1">
            <a:off x="1560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1" name="Gerade Verbindung 37"/>
          <p:cNvCxnSpPr/>
          <p:nvPr userDrawn="1"/>
        </p:nvCxnSpPr>
        <p:spPr bwMode="gray">
          <a:xfrm flipV="1">
            <a:off x="2208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2" name="Gerade Verbindung 36"/>
          <p:cNvCxnSpPr/>
          <p:nvPr userDrawn="1"/>
        </p:nvCxnSpPr>
        <p:spPr bwMode="gray">
          <a:xfrm flipV="1">
            <a:off x="2496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3" name="Gerade Verbindung 37"/>
          <p:cNvCxnSpPr/>
          <p:nvPr userDrawn="1"/>
        </p:nvCxnSpPr>
        <p:spPr bwMode="gray">
          <a:xfrm flipV="1">
            <a:off x="3144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4" name="Gerade Verbindung 36"/>
          <p:cNvCxnSpPr/>
          <p:nvPr userDrawn="1"/>
        </p:nvCxnSpPr>
        <p:spPr bwMode="gray">
          <a:xfrm flipV="1">
            <a:off x="3432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5" name="Gerade Verbindung 37"/>
          <p:cNvCxnSpPr/>
          <p:nvPr userDrawn="1"/>
        </p:nvCxnSpPr>
        <p:spPr bwMode="gray">
          <a:xfrm flipV="1">
            <a:off x="4080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6" name="Gerade Verbindung 36"/>
          <p:cNvCxnSpPr/>
          <p:nvPr userDrawn="1"/>
        </p:nvCxnSpPr>
        <p:spPr bwMode="gray">
          <a:xfrm flipV="1">
            <a:off x="4368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7" name="Gerade Verbindung 37"/>
          <p:cNvCxnSpPr/>
          <p:nvPr userDrawn="1"/>
        </p:nvCxnSpPr>
        <p:spPr bwMode="gray">
          <a:xfrm flipV="1">
            <a:off x="5016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8" name="Gerade Verbindung 36"/>
          <p:cNvCxnSpPr/>
          <p:nvPr userDrawn="1"/>
        </p:nvCxnSpPr>
        <p:spPr bwMode="gray">
          <a:xfrm flipV="1">
            <a:off x="5304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9" name="Gerade Verbindung 37"/>
          <p:cNvCxnSpPr/>
          <p:nvPr userDrawn="1"/>
        </p:nvCxnSpPr>
        <p:spPr bwMode="gray">
          <a:xfrm flipV="1">
            <a:off x="5952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0" name="Gerade Verbindung 36"/>
          <p:cNvCxnSpPr/>
          <p:nvPr userDrawn="1"/>
        </p:nvCxnSpPr>
        <p:spPr bwMode="gray">
          <a:xfrm flipV="1">
            <a:off x="6240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1" name="Gerade Verbindung 37"/>
          <p:cNvCxnSpPr/>
          <p:nvPr userDrawn="1"/>
        </p:nvCxnSpPr>
        <p:spPr bwMode="gray">
          <a:xfrm flipV="1">
            <a:off x="6888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2" name="Gerade Verbindung 36"/>
          <p:cNvCxnSpPr/>
          <p:nvPr userDrawn="1"/>
        </p:nvCxnSpPr>
        <p:spPr bwMode="gray">
          <a:xfrm flipV="1">
            <a:off x="7176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3" name="Gerade Verbindung 37"/>
          <p:cNvCxnSpPr/>
          <p:nvPr userDrawn="1"/>
        </p:nvCxnSpPr>
        <p:spPr bwMode="gray">
          <a:xfrm flipV="1">
            <a:off x="7824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4" name="Gerade Verbindung 36"/>
          <p:cNvCxnSpPr/>
          <p:nvPr userDrawn="1"/>
        </p:nvCxnSpPr>
        <p:spPr bwMode="gray">
          <a:xfrm flipV="1">
            <a:off x="8112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5" name="Gerade Verbindung 37"/>
          <p:cNvCxnSpPr/>
          <p:nvPr userDrawn="1"/>
        </p:nvCxnSpPr>
        <p:spPr bwMode="gray">
          <a:xfrm flipV="1">
            <a:off x="8760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6" name="Gerade Verbindung 36"/>
          <p:cNvCxnSpPr/>
          <p:nvPr userDrawn="1"/>
        </p:nvCxnSpPr>
        <p:spPr bwMode="gray">
          <a:xfrm flipV="1">
            <a:off x="9048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7" name="Gerade Verbindung 37"/>
          <p:cNvCxnSpPr/>
          <p:nvPr userDrawn="1"/>
        </p:nvCxnSpPr>
        <p:spPr bwMode="gray">
          <a:xfrm flipV="1">
            <a:off x="9696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8" name="Gerade Verbindung 36"/>
          <p:cNvCxnSpPr/>
          <p:nvPr userDrawn="1"/>
        </p:nvCxnSpPr>
        <p:spPr bwMode="gray">
          <a:xfrm flipV="1">
            <a:off x="9984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9" name="Gerade Verbindung 37"/>
          <p:cNvCxnSpPr/>
          <p:nvPr userDrawn="1"/>
        </p:nvCxnSpPr>
        <p:spPr bwMode="gray">
          <a:xfrm flipV="1">
            <a:off x="10632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0" name="Gerade Verbindung 36"/>
          <p:cNvCxnSpPr/>
          <p:nvPr userDrawn="1"/>
        </p:nvCxnSpPr>
        <p:spPr bwMode="gray">
          <a:xfrm flipV="1">
            <a:off x="10920000" y="695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1" name="Gerade Verbindung 37"/>
          <p:cNvCxnSpPr/>
          <p:nvPr userDrawn="1"/>
        </p:nvCxnSpPr>
        <p:spPr bwMode="gray">
          <a:xfrm flipV="1">
            <a:off x="11568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userDrawn="1"/>
        </p:nvCxnSpPr>
        <p:spPr bwMode="gray">
          <a:xfrm rot="5400000" flipV="1">
            <a:off x="-192704" y="1437000"/>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bwMode="gray">
          <a:xfrm rot="5400000" flipV="1">
            <a:off x="-192704" y="6045296"/>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4" name="Gerade Verbindung 64"/>
          <p:cNvCxnSpPr/>
          <p:nvPr userDrawn="1"/>
        </p:nvCxnSpPr>
        <p:spPr bwMode="gray">
          <a:xfrm rot="5400000" flipV="1">
            <a:off x="-192704" y="356664"/>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sp>
        <p:nvSpPr>
          <p:cNvPr id="65" name="empower - DO NOT DELETE!!!"/>
          <p:cNvSpPr/>
          <p:nvPr userDrawn="1">
            <p:custDataLst>
              <p:tags r:id="rId16"/>
            </p:custDataLst>
          </p:nvPr>
        </p:nvSpPr>
        <p:spPr bwMode="gray">
          <a:xfrm>
            <a:off x="-1270000" y="-1270000"/>
            <a:ext cx="0" cy="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6" name="Slide Number Placeholder 65"/>
          <p:cNvSpPr>
            <a:spLocks noGrp="1"/>
          </p:cNvSpPr>
          <p:nvPr>
            <p:ph type="sldNum" sz="quarter" idx="4"/>
          </p:nvPr>
        </p:nvSpPr>
        <p:spPr bwMode="gray">
          <a:xfrm>
            <a:off x="624001" y="6380999"/>
            <a:ext cx="648000" cy="216172"/>
          </a:xfrm>
          <a:prstGeom prst="rect">
            <a:avLst/>
          </a:prstGeom>
        </p:spPr>
        <p:txBody>
          <a:bodyPr vert="horz" lIns="0" tIns="0" rIns="0" bIns="36000" rtlCol="0" anchor="b" anchorCtr="0"/>
          <a:lstStyle>
            <a:lvl1pPr>
              <a:defRPr lang="de-DE" sz="8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FD5E7EB4-4CDF-47BB-AF16-07782904B863}" type="slidenum">
              <a:rPr lang="en-US"/>
              <a:pPr/>
              <a:t>‹#›</a:t>
            </a:fld>
            <a:endParaRPr lang="en-US"/>
          </a:p>
        </p:txBody>
      </p:sp>
      <p:sp>
        <p:nvSpPr>
          <p:cNvPr id="67" name="Footer Placeholder 66"/>
          <p:cNvSpPr>
            <a:spLocks noGrp="1"/>
          </p:cNvSpPr>
          <p:nvPr>
            <p:ph type="ftr" sz="quarter" idx="3"/>
          </p:nvPr>
        </p:nvSpPr>
        <p:spPr bwMode="gray">
          <a:xfrm>
            <a:off x="1272000" y="6380999"/>
            <a:ext cx="8718972" cy="216172"/>
          </a:xfrm>
          <a:prstGeom prst="rect">
            <a:avLst/>
          </a:prstGeom>
        </p:spPr>
        <p:txBody>
          <a:bodyPr vert="horz" lIns="0" tIns="0" rIns="0" bIns="36000" rtlCol="0" anchor="b" anchorCtr="0"/>
          <a:lstStyle>
            <a:lvl1pPr>
              <a:defRPr lang="de-DE" sz="8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Title of Presentation | DD.MM.YYYY</a:t>
            </a:r>
          </a:p>
        </p:txBody>
      </p:sp>
      <p:sp>
        <p:nvSpPr>
          <p:cNvPr id="13" name="Text Placeholder 12"/>
          <p:cNvSpPr>
            <a:spLocks noGrp="1"/>
          </p:cNvSpPr>
          <p:nvPr>
            <p:ph type="body" idx="1"/>
          </p:nvPr>
        </p:nvSpPr>
        <p:spPr bwMode="gray">
          <a:xfrm>
            <a:off x="623888" y="1485000"/>
            <a:ext cx="10944227" cy="4607824"/>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itle Placeholder 3"/>
          <p:cNvSpPr>
            <a:spLocks noGrp="1"/>
          </p:cNvSpPr>
          <p:nvPr>
            <p:ph type="title"/>
          </p:nvPr>
        </p:nvSpPr>
        <p:spPr bwMode="gray">
          <a:xfrm>
            <a:off x="623888" y="404813"/>
            <a:ext cx="10944225" cy="651939"/>
          </a:xfrm>
          <a:prstGeom prst="rect">
            <a:avLst/>
          </a:prstGeom>
          <a:noFill/>
        </p:spPr>
        <p:txBody>
          <a:bodyPr vert="horz" lIns="0" tIns="0" rIns="0" bIns="18000" rtlCol="0" anchor="b" anchorCtr="0">
            <a:noAutofit/>
          </a:bodyPr>
          <a:lstStyle/>
          <a:p>
            <a:pPr lvl="0">
              <a:lnSpc>
                <a:spcPct val="100000"/>
              </a:lnSpc>
            </a:pPr>
            <a:r>
              <a:rPr lang="en-US" noProof="0"/>
              <a:t>Insert slide title here (max. 2 lines | max. 1 line with Action Title)</a:t>
            </a:r>
          </a:p>
        </p:txBody>
      </p:sp>
      <p:grpSp>
        <p:nvGrpSpPr>
          <p:cNvPr id="7" name="Logo Merck"/>
          <p:cNvGrpSpPr>
            <a:grpSpLocks noChangeAspect="1"/>
          </p:cNvGrpSpPr>
          <p:nvPr userDrawn="1">
            <p:custDataLst>
              <p:tags r:id="rId17"/>
            </p:custDataLst>
          </p:nvPr>
        </p:nvGrpSpPr>
        <p:grpSpPr bwMode="gray">
          <a:xfrm>
            <a:off x="10539522" y="6440320"/>
            <a:ext cx="1028592" cy="162000"/>
            <a:chOff x="-4548188" y="3063875"/>
            <a:chExt cx="2741613" cy="431800"/>
          </a:xfrm>
          <a:solidFill>
            <a:schemeClr val="bg2"/>
          </a:solidFill>
        </p:grpSpPr>
        <p:sp>
          <p:nvSpPr>
            <p:cNvPr id="8" name="Logo K"/>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Logo C"/>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Logo 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Logo E"/>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Logo M"/>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p:cNvSpPr/>
          <p:nvPr userDrawn="1">
            <p:custDataLst>
              <p:tags r:id="rId18"/>
            </p:custDataLst>
          </p:nvPr>
        </p:nvSpPr>
        <p:spPr bwMode="gray">
          <a:xfrm>
            <a:off x="-63500" y="-63500"/>
            <a:ext cx="0" cy="0"/>
          </a:xfrm>
          <a:prstGeom prst="ellipse">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5" name="empower - DO NOT DELETE!!!" hidden="1"/>
          <p:cNvSpPr/>
          <p:nvPr userDrawn="1">
            <p:custDataLst>
              <p:tags r:id="rId19"/>
            </p:custDataLst>
          </p:nvPr>
        </p:nvSpPr>
        <p:spPr bwMode="gray">
          <a:xfrm>
            <a:off x="0" y="0"/>
            <a:ext cx="0" cy="0"/>
          </a:xfrm>
          <a:prstGeom prst="ellipse">
            <a:avLst/>
          </a:prstGeom>
          <a:solidFill>
            <a:schemeClr val="accent1"/>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err="1">
              <a:solidFill>
                <a:srgbClr val="FFFFFF"/>
              </a:solidFill>
              <a:latin typeface="Verdana"/>
            </a:endParaRPr>
          </a:p>
        </p:txBody>
      </p:sp>
      <p:sp>
        <p:nvSpPr>
          <p:cNvPr id="68" name="TextBox 67">
            <a:extLst>
              <a:ext uri="{FF2B5EF4-FFF2-40B4-BE49-F238E27FC236}">
                <a16:creationId xmlns:a16="http://schemas.microsoft.com/office/drawing/2014/main" id="{D472553F-81E8-49B2-C76E-F2A2A2621F96}"/>
              </a:ext>
            </a:extLst>
          </p:cNvPr>
          <p:cNvSpPr txBox="1"/>
          <p:nvPr userDrawn="1">
            <p:extLst>
              <p:ext uri="{1162E1C5-73C7-4A58-AE30-91384D911F3F}">
                <p184:classification xmlns:p184="http://schemas.microsoft.com/office/powerpoint/2018/4/main" val="hdr"/>
              </p:ext>
            </p:extLst>
          </p:nvPr>
        </p:nvSpPr>
        <p:spPr>
          <a:xfrm>
            <a:off x="5472113" y="63500"/>
            <a:ext cx="1276350" cy="152400"/>
          </a:xfrm>
          <a:prstGeom prst="rect">
            <a:avLst/>
          </a:prstGeom>
        </p:spPr>
        <p:txBody>
          <a:bodyPr horzOverflow="overflow" lIns="0" tIns="0" rIns="0" bIns="0">
            <a:spAutoFit/>
          </a:bodyPr>
          <a:lstStyle/>
          <a:p>
            <a:pPr algn="l"/>
            <a:r>
              <a:rPr lang="fr-FR" sz="1000">
                <a:solidFill>
                  <a:srgbClr val="0078D7"/>
                </a:solidFill>
                <a:latin typeface="Calibri" panose="020F0502020204030204" pitchFamily="34" charset="0"/>
                <a:ea typeface="Calibri" panose="020F0502020204030204" pitchFamily="34" charset="0"/>
                <a:cs typeface="Calibri" panose="020F0502020204030204" pitchFamily="34" charset="0"/>
              </a:rPr>
              <a:t>Classification: INTERNAL</a:t>
            </a:r>
          </a:p>
        </p:txBody>
      </p:sp>
    </p:spTree>
  </p:cSld>
  <p:clrMap bg1="lt1" tx1="dk1" bg2="lt2" tx2="dk2" accent1="accent1" accent2="accent2" accent3="accent3" accent4="accent4" accent5="accent5" accent6="accent6" hlink="hlink" folHlink="folHlink"/>
  <p:sldLayoutIdLst>
    <p:sldLayoutId id="2147483656" r:id="rId1"/>
    <p:sldLayoutId id="2147483692" r:id="rId2"/>
    <p:sldLayoutId id="2147483690" r:id="rId3"/>
    <p:sldLayoutId id="2147483694" r:id="rId4"/>
    <p:sldLayoutId id="2147483650" r:id="rId5"/>
    <p:sldLayoutId id="2147483666" r:id="rId6"/>
    <p:sldLayoutId id="2147483652" r:id="rId7"/>
    <p:sldLayoutId id="2147483669" r:id="rId8"/>
    <p:sldLayoutId id="2147483672" r:id="rId9"/>
    <p:sldLayoutId id="2147483695" r:id="rId10"/>
    <p:sldLayoutId id="2147483651" r:id="rId11"/>
    <p:sldLayoutId id="2147483693" r:id="rId12"/>
    <p:sldLayoutId id="2147483687" r:id="rId13"/>
  </p:sldLayoutIdLst>
  <p:hf hdr="0" ftr="0" dt="0"/>
  <p:txStyles>
    <p:titleStyle>
      <a:lvl1pPr algn="l" defTabSz="914400" rtl="0" eaLnBrk="1" latinLnBrk="0" hangingPunct="1">
        <a:lnSpc>
          <a:spcPts val="2400"/>
        </a:lnSpc>
        <a:spcBef>
          <a:spcPct val="0"/>
        </a:spcBef>
        <a:buNone/>
        <a:defRPr lang="de-DE" sz="2200" b="1" kern="1200" baseline="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5000"/>
        </a:lnSpc>
        <a:spcBef>
          <a:spcPts val="600"/>
        </a:spcBef>
        <a:spcAft>
          <a:spcPts val="300"/>
        </a:spcAft>
        <a:buFont typeface="Arial" panose="020B0604020202020204" pitchFamily="34" charset="0"/>
        <a:buNone/>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80000" indent="-180000" algn="l" defTabSz="914400" rtl="0" eaLnBrk="1" latinLnBrk="0" hangingPunct="1">
        <a:lnSpc>
          <a:spcPct val="105000"/>
        </a:lnSpc>
        <a:spcBef>
          <a:spcPts val="300"/>
        </a:spcBef>
        <a:spcAft>
          <a:spcPts val="300"/>
        </a:spcAft>
        <a:buClr>
          <a:schemeClr val="accent1"/>
        </a:buClr>
        <a:buFont typeface="Wingdings" panose="05000000000000000000" pitchFamily="2"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360000" indent="-180000" algn="l" defTabSz="914400" rtl="0" eaLnBrk="1" latinLnBrk="0" hangingPunct="1">
        <a:lnSpc>
          <a:spcPct val="105000"/>
        </a:lnSpc>
        <a:spcBef>
          <a:spcPts val="300"/>
        </a:spcBef>
        <a:spcAft>
          <a:spcPts val="300"/>
        </a:spcAft>
        <a:buClr>
          <a:schemeClr val="accent1"/>
        </a:buClr>
        <a:buFont typeface="Symbol" panose="05050102010706020507" pitchFamily="18"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538163"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720725"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de-DE"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9pPr>
    </p:bodyStyle>
    <p:otherStyle>
      <a:defPPr>
        <a:defRPr lang="fr-FR"/>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2" orient="horz" pos="935" userDrawn="1">
          <p15:clr>
            <a:srgbClr val="F26B43"/>
          </p15:clr>
        </p15:guide>
        <p15:guide id="3" orient="horz" pos="3838" userDrawn="1">
          <p15:clr>
            <a:srgbClr val="F26B43"/>
          </p15:clr>
        </p15:guide>
        <p15:guide id="4" pos="393" userDrawn="1">
          <p15:clr>
            <a:srgbClr val="F26B43"/>
          </p15:clr>
        </p15:guide>
        <p15:guide id="5" pos="728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6.xml"/><Relationship Id="rId7" Type="http://schemas.openxmlformats.org/officeDocument/2006/relationships/slide" Target="slide24.xml"/><Relationship Id="rId12" Type="http://schemas.openxmlformats.org/officeDocument/2006/relationships/slide" Target="slide39.xml"/><Relationship Id="rId2" Type="http://schemas.openxmlformats.org/officeDocument/2006/relationships/slide" Target="slide4.xml"/><Relationship Id="rId1" Type="http://schemas.openxmlformats.org/officeDocument/2006/relationships/slideLayout" Target="../slideLayouts/slideLayout5.xml"/><Relationship Id="rId6" Type="http://schemas.openxmlformats.org/officeDocument/2006/relationships/slide" Target="slide23.xml"/><Relationship Id="rId11" Type="http://schemas.openxmlformats.org/officeDocument/2006/relationships/slide" Target="slide30.xml"/><Relationship Id="rId5" Type="http://schemas.openxmlformats.org/officeDocument/2006/relationships/slide" Target="slide22.xml"/><Relationship Id="rId10" Type="http://schemas.openxmlformats.org/officeDocument/2006/relationships/slide" Target="slide28.xml"/><Relationship Id="rId4" Type="http://schemas.openxmlformats.org/officeDocument/2006/relationships/slide" Target="slide21.xml"/><Relationship Id="rId9" Type="http://schemas.openxmlformats.org/officeDocument/2006/relationships/slide" Target="slide27.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www.yubico.com/de/product/security-key-series/security-key-nfc-by-yubico-black/"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Layout" Target="../slideLayouts/slideLayout5.xml"/><Relationship Id="rId7" Type="http://schemas.openxmlformats.org/officeDocument/2006/relationships/slide" Target="slide3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 Target="slide17.xml"/><Relationship Id="rId5" Type="http://schemas.openxmlformats.org/officeDocument/2006/relationships/slide" Target="slide16.xml"/><Relationship Id="rId4" Type="http://schemas.openxmlformats.org/officeDocument/2006/relationships/slide" Target="slide8.xml"/><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e.merckgroup.com/"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slide" Target="slide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3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18.xml"/><Relationship Id="rId7" Type="http://schemas.openxmlformats.org/officeDocument/2006/relationships/image" Target="../media/image2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2.png"/><Relationship Id="rId11" Type="http://schemas.openxmlformats.org/officeDocument/2006/relationships/slide" Target="slide17.xml"/><Relationship Id="rId5" Type="http://schemas.openxmlformats.org/officeDocument/2006/relationships/slideLayout" Target="../slideLayouts/slideLayout6.xml"/><Relationship Id="rId10" Type="http://schemas.openxmlformats.org/officeDocument/2006/relationships/hyperlink" Target="https://me.merckgroup.com/userguide" TargetMode="External"/><Relationship Id="rId4" Type="http://schemas.openxmlformats.org/officeDocument/2006/relationships/tags" Target="../tags/tag19.xml"/><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2.xml"/><Relationship Id="rId7" Type="http://schemas.openxmlformats.org/officeDocument/2006/relationships/image" Target="../media/image22.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 Target="slide17.xml"/><Relationship Id="rId5" Type="http://schemas.openxmlformats.org/officeDocument/2006/relationships/hyperlink" Target="https://me.merckgroup.com/userguide" TargetMode="External"/><Relationship Id="rId4" Type="http://schemas.openxmlformats.org/officeDocument/2006/relationships/slideLayout" Target="../slideLayouts/slideLayout6.xml"/><Relationship Id="rId9" Type="http://schemas.openxmlformats.org/officeDocument/2006/relationships/image" Target="../media/image5.sv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8.png"/><Relationship Id="rId3" Type="http://schemas.openxmlformats.org/officeDocument/2006/relationships/tags" Target="../tags/tag25.xml"/><Relationship Id="rId7" Type="http://schemas.openxmlformats.org/officeDocument/2006/relationships/slideLayout" Target="../slideLayouts/slideLayout6.xml"/><Relationship Id="rId12" Type="http://schemas.openxmlformats.org/officeDocument/2006/relationships/image" Target="../media/image27.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6.svg"/><Relationship Id="rId5" Type="http://schemas.openxmlformats.org/officeDocument/2006/relationships/tags" Target="../tags/tag27.xml"/><Relationship Id="rId15" Type="http://schemas.openxmlformats.org/officeDocument/2006/relationships/slide" Target="slide17.xml"/><Relationship Id="rId10" Type="http://schemas.openxmlformats.org/officeDocument/2006/relationships/image" Target="../media/image22.png"/><Relationship Id="rId4" Type="http://schemas.openxmlformats.org/officeDocument/2006/relationships/tags" Target="../tags/tag26.xml"/><Relationship Id="rId9" Type="http://schemas.openxmlformats.org/officeDocument/2006/relationships/image" Target="../media/image24.png"/><Relationship Id="rId14" Type="http://schemas.openxmlformats.org/officeDocument/2006/relationships/hyperlink" Target="https://me.merckgroup.com/userguid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31.xml"/><Relationship Id="rId7" Type="http://schemas.openxmlformats.org/officeDocument/2006/relationships/image" Target="../media/image16.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 Target="slide17.xml"/><Relationship Id="rId5" Type="http://schemas.openxmlformats.org/officeDocument/2006/relationships/hyperlink" Target="https://me.merckgroup.com/userguide" TargetMode="External"/><Relationship Id="rId4" Type="http://schemas.openxmlformats.org/officeDocument/2006/relationships/slideLayout" Target="../slideLayouts/slideLayout6.xml"/><Relationship Id="rId9" Type="http://schemas.openxmlformats.org/officeDocument/2006/relationships/image" Target="../media/image6.svg"/></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6.xml"/><Relationship Id="rId7" Type="http://schemas.openxmlformats.org/officeDocument/2006/relationships/image" Target="../media/image16.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slide" Target="slide17.xml"/><Relationship Id="rId5" Type="http://schemas.openxmlformats.org/officeDocument/2006/relationships/hyperlink" Target="https://me.merckgroup.com/userguide" TargetMode="External"/><Relationship Id="rId4" Type="http://schemas.openxmlformats.org/officeDocument/2006/relationships/hyperlink" Target="https://www.yubico.com/de/product/security-key-series/security-key-nfc-by-yubico-black/" TargetMode="Externa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me.merckgroup.com/"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hyperlink" Target="mailto:MXXXXXX@one.merckgroup.com" TargetMode="External"/><Relationship Id="rId2" Type="http://schemas.openxmlformats.org/officeDocument/2006/relationships/hyperlink" Target="https://aka.ms/mfasetup" TargetMode="Externa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evarooms.merckgroup.com/Topic/EUS/en-us/projects/moving-beyond-passwords" TargetMode="External"/><Relationship Id="rId2" Type="http://schemas.openxmlformats.org/officeDocument/2006/relationships/hyperlink" Target="https://me.merckgroup.com/userguide?os=windows&amp;option=win-windows_hello_pin" TargetMode="External"/><Relationship Id="rId1" Type="http://schemas.openxmlformats.org/officeDocument/2006/relationships/slideLayout" Target="../slideLayouts/slideLayout5.xml"/><Relationship Id="rId6" Type="http://schemas.openxmlformats.org/officeDocument/2006/relationships/slide" Target="slide3.xml"/><Relationship Id="rId5" Type="http://schemas.openxmlformats.org/officeDocument/2006/relationships/hyperlink" Target="https://www.yubico.com/de/product/security-key-series/security-key-nfc-by-yubico-black/" TargetMode="External"/><Relationship Id="rId4" Type="http://schemas.openxmlformats.org/officeDocument/2006/relationships/hyperlink" Target="https://evarooms.merckgroup.com/Topic/EUS/en-us/projects/moving-beyond-passwords/fa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43592C7-5BF8-4E0A-8C75-B228EC621D6D}"/>
              </a:ext>
            </a:extLst>
          </p:cNvPr>
          <p:cNvSpPr>
            <a:spLocks noGrp="1"/>
          </p:cNvSpPr>
          <p:nvPr>
            <p:ph type="subTitle" idx="1"/>
          </p:nvPr>
        </p:nvSpPr>
        <p:spPr/>
        <p:txBody>
          <a:bodyPr/>
          <a:lstStyle/>
          <a:p>
            <a:r>
              <a:rPr lang="fr-FR" dirty="0"/>
              <a:t>Processus de paramétrage</a:t>
            </a:r>
            <a:endParaRPr lang="en-US" dirty="0"/>
          </a:p>
        </p:txBody>
      </p:sp>
      <p:sp>
        <p:nvSpPr>
          <p:cNvPr id="2" name="Title 1">
            <a:extLst>
              <a:ext uri="{FF2B5EF4-FFF2-40B4-BE49-F238E27FC236}">
                <a16:creationId xmlns:a16="http://schemas.microsoft.com/office/drawing/2014/main" id="{AFD903CB-1783-47DA-855C-287B9E7015BD}"/>
              </a:ext>
            </a:extLst>
          </p:cNvPr>
          <p:cNvSpPr>
            <a:spLocks noGrp="1"/>
          </p:cNvSpPr>
          <p:nvPr>
            <p:ph type="ctrTitle"/>
          </p:nvPr>
        </p:nvSpPr>
        <p:spPr/>
        <p:txBody>
          <a:bodyPr/>
          <a:lstStyle/>
          <a:p>
            <a:r>
              <a:rPr lang="fr-FR" dirty="0"/>
              <a:t>Passkey</a:t>
            </a:r>
            <a:endParaRPr lang="en-US" dirty="0"/>
          </a:p>
        </p:txBody>
      </p:sp>
    </p:spTree>
    <p:extLst>
      <p:ext uri="{BB962C8B-B14F-4D97-AF65-F5344CB8AC3E}">
        <p14:creationId xmlns:p14="http://schemas.microsoft.com/office/powerpoint/2010/main" val="393500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a:extLst>
              <a:ext uri="{FF2B5EF4-FFF2-40B4-BE49-F238E27FC236}">
                <a16:creationId xmlns:a16="http://schemas.microsoft.com/office/drawing/2014/main" id="{12FCEC78-A44C-46F4-AB63-5B9449750A39}"/>
              </a:ext>
            </a:extLst>
          </p:cNvPr>
          <p:cNvSpPr>
            <a:spLocks noGrp="1"/>
          </p:cNvSpPr>
          <p:nvPr>
            <p:ph sz="quarter" idx="14"/>
          </p:nvPr>
        </p:nvSpPr>
        <p:spPr>
          <a:xfrm>
            <a:off x="623888" y="1484313"/>
            <a:ext cx="10944227" cy="2845640"/>
          </a:xfrm>
        </p:spPr>
        <p:txBody>
          <a:bodyPr/>
          <a:lstStyle/>
          <a:p>
            <a:r>
              <a:rPr lang="fr-FR" dirty="0"/>
              <a:t>Afin d’améliorer la sécurité informatique, une nouvelle technologie est en cours de mise en place.</a:t>
            </a:r>
          </a:p>
          <a:p>
            <a:endParaRPr lang="fr-FR" dirty="0"/>
          </a:p>
          <a:p>
            <a:r>
              <a:rPr lang="fr-FR" b="1" dirty="0">
                <a:solidFill>
                  <a:schemeClr val="accent1"/>
                </a:solidFill>
              </a:rPr>
              <a:t>Ceci implique dès à présent des actions de votre part. </a:t>
            </a:r>
            <a:r>
              <a:rPr lang="fr-FR" dirty="0"/>
              <a:t>Vous aurez en effet besoin d’une clé d’accès (Passkey) afin d’accéder aux systèmes Merck, réinitialiser votre mot de passe ou celui de vos comptes associés (SADM, SUID). </a:t>
            </a:r>
          </a:p>
          <a:p>
            <a:endParaRPr lang="fr-FR" dirty="0"/>
          </a:p>
          <a:p>
            <a:r>
              <a:rPr lang="fr-FR" dirty="0"/>
              <a:t>Cette procédure permet de paramétrer de manière guidée un compte informatique principal d’un nouvel utilisateur (MUID interne et XUID externe) ainsi que des appareils compatibles Passkey.</a:t>
            </a:r>
          </a:p>
          <a:p>
            <a:endParaRPr lang="fr-FR" dirty="0"/>
          </a:p>
          <a:p>
            <a:endPar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platzhalter 8">
            <a:extLst>
              <a:ext uri="{FF2B5EF4-FFF2-40B4-BE49-F238E27FC236}">
                <a16:creationId xmlns:a16="http://schemas.microsoft.com/office/drawing/2014/main" id="{2CF0EF54-07CE-4D3C-BA17-39471948BFE9}"/>
              </a:ext>
            </a:extLst>
          </p:cNvPr>
          <p:cNvSpPr>
            <a:spLocks noGrp="1"/>
          </p:cNvSpPr>
          <p:nvPr>
            <p:ph type="body" sz="quarter" idx="13"/>
          </p:nvPr>
        </p:nvSpPr>
        <p:spPr/>
        <p:txBody>
          <a:bodyPr/>
          <a:lstStyle/>
          <a:p>
            <a:r>
              <a:rPr lang="en-US"/>
              <a:t>Passkey</a:t>
            </a:r>
          </a:p>
        </p:txBody>
      </p:sp>
      <p:sp>
        <p:nvSpPr>
          <p:cNvPr id="8" name="Titel 7">
            <a:extLst>
              <a:ext uri="{FF2B5EF4-FFF2-40B4-BE49-F238E27FC236}">
                <a16:creationId xmlns:a16="http://schemas.microsoft.com/office/drawing/2014/main" id="{074E8645-030F-4EAC-AB60-F38C352F9354}"/>
              </a:ext>
            </a:extLst>
          </p:cNvPr>
          <p:cNvSpPr>
            <a:spLocks noGrp="1"/>
          </p:cNvSpPr>
          <p:nvPr>
            <p:ph type="title"/>
          </p:nvPr>
        </p:nvSpPr>
        <p:spPr/>
        <p:txBody>
          <a:bodyPr/>
          <a:lstStyle/>
          <a:p>
            <a:r>
              <a:rPr lang="fr-FR"/>
              <a:t>Points clés et informations de base</a:t>
            </a:r>
            <a:endParaRPr lang="en-US"/>
          </a:p>
        </p:txBody>
      </p:sp>
      <p:sp>
        <p:nvSpPr>
          <p:cNvPr id="12" name="Foliennummernplatzhalter 11">
            <a:extLst>
              <a:ext uri="{FF2B5EF4-FFF2-40B4-BE49-F238E27FC236}">
                <a16:creationId xmlns:a16="http://schemas.microsoft.com/office/drawing/2014/main" id="{9597BE5D-E1AE-4497-8131-6E78F67BCD5C}"/>
              </a:ext>
            </a:extLst>
          </p:cNvPr>
          <p:cNvSpPr>
            <a:spLocks noGrp="1"/>
          </p:cNvSpPr>
          <p:nvPr>
            <p:ph type="sldNum" sz="quarter" idx="16"/>
          </p:nvPr>
        </p:nvSpPr>
        <p:spPr/>
        <p:txBody>
          <a:bodyPr/>
          <a:lstStyle/>
          <a:p>
            <a:fld id="{FD5E7EB4-4CDF-47BB-AF16-07782904B863}" type="slidenum">
              <a:rPr lang="en-US"/>
              <a:pPr/>
              <a:t>2</a:t>
            </a:fld>
            <a:endParaRPr lang="en-US"/>
          </a:p>
        </p:txBody>
      </p:sp>
    </p:spTree>
    <p:extLst>
      <p:ext uri="{BB962C8B-B14F-4D97-AF65-F5344CB8AC3E}">
        <p14:creationId xmlns:p14="http://schemas.microsoft.com/office/powerpoint/2010/main" val="878491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7D69F4-0B7A-2B2A-9C1D-106A3EE5E1BA}"/>
              </a:ext>
            </a:extLst>
          </p:cNvPr>
          <p:cNvSpPr>
            <a:spLocks noGrp="1"/>
          </p:cNvSpPr>
          <p:nvPr>
            <p:ph sz="quarter" idx="14"/>
          </p:nvPr>
        </p:nvSpPr>
        <p:spPr/>
        <p:txBody>
          <a:bodyPr/>
          <a:lstStyle/>
          <a:p>
            <a:pPr marL="342900" indent="-342900">
              <a:buFont typeface="+mj-lt"/>
              <a:buAutoNum type="arabicPeriod"/>
            </a:pPr>
            <a:r>
              <a:rPr lang="en-US" dirty="0">
                <a:hlinkClick r:id="rId2" action="ppaction://hlinksldjump"/>
              </a:rPr>
              <a:t>Qu’est-ce que Passkey?</a:t>
            </a:r>
            <a:endParaRPr lang="en-US" dirty="0"/>
          </a:p>
          <a:p>
            <a:pPr marL="342900" indent="-342900">
              <a:buFont typeface="+mj-lt"/>
              <a:buAutoNum type="arabicPeriod"/>
            </a:pPr>
            <a:r>
              <a:rPr lang="en-US" dirty="0">
                <a:hlinkClick r:id="rId3" action="ppaction://hlinksldjump"/>
              </a:rPr>
              <a:t>Processus de </a:t>
            </a:r>
            <a:r>
              <a:rPr lang="en-US" dirty="0" err="1">
                <a:hlinkClick r:id="rId3" action="ppaction://hlinksldjump"/>
              </a:rPr>
              <a:t>paramétrage</a:t>
            </a:r>
            <a:r>
              <a:rPr lang="en-US" dirty="0">
                <a:hlinkClick r:id="rId3" action="ppaction://hlinksldjump"/>
              </a:rPr>
              <a:t> (à </a:t>
            </a:r>
            <a:r>
              <a:rPr lang="en-US" dirty="0" err="1">
                <a:hlinkClick r:id="rId3" action="ppaction://hlinksldjump"/>
              </a:rPr>
              <a:t>suivre</a:t>
            </a:r>
            <a:r>
              <a:rPr lang="en-US" dirty="0">
                <a:hlinkClick r:id="rId3" action="ppaction://hlinksldjump"/>
              </a:rPr>
              <a:t> dans </a:t>
            </a:r>
            <a:r>
              <a:rPr lang="en-US" dirty="0" err="1">
                <a:hlinkClick r:id="rId3" action="ppaction://hlinksldjump"/>
              </a:rPr>
              <a:t>tous</a:t>
            </a:r>
            <a:r>
              <a:rPr lang="en-US" dirty="0">
                <a:hlinkClick r:id="rId3" action="ppaction://hlinksldjump"/>
              </a:rPr>
              <a:t> les </a:t>
            </a:r>
            <a:r>
              <a:rPr lang="en-US" dirty="0" err="1">
                <a:hlinkClick r:id="rId3" action="ppaction://hlinksldjump"/>
              </a:rPr>
              <a:t>cas</a:t>
            </a:r>
            <a:r>
              <a:rPr lang="en-US" dirty="0">
                <a:hlinkClick r:id="rId3" action="ppaction://hlinksldjump"/>
              </a:rPr>
              <a:t> </a:t>
            </a:r>
            <a:r>
              <a:rPr lang="en-US" dirty="0" err="1">
                <a:hlinkClick r:id="rId3" action="ppaction://hlinksldjump"/>
              </a:rPr>
              <a:t>lors</a:t>
            </a:r>
            <a:r>
              <a:rPr lang="en-US" dirty="0">
                <a:hlinkClick r:id="rId3" action="ppaction://hlinksldjump"/>
              </a:rPr>
              <a:t> </a:t>
            </a:r>
            <a:r>
              <a:rPr lang="en-US" dirty="0" err="1">
                <a:hlinkClick r:id="rId3" action="ppaction://hlinksldjump"/>
              </a:rPr>
              <a:t>d’une</a:t>
            </a:r>
            <a:r>
              <a:rPr lang="en-US" dirty="0">
                <a:hlinkClick r:id="rId3" action="ppaction://hlinksldjump"/>
              </a:rPr>
              <a:t> première </a:t>
            </a:r>
            <a:r>
              <a:rPr lang="en-US" dirty="0" err="1">
                <a:hlinkClick r:id="rId3" action="ppaction://hlinksldjump"/>
              </a:rPr>
              <a:t>connexion</a:t>
            </a:r>
            <a:r>
              <a:rPr lang="en-US" dirty="0">
                <a:hlinkClick r:id="rId3" action="ppaction://hlinksldjump"/>
              </a:rPr>
              <a:t>)</a:t>
            </a:r>
            <a:endParaRPr lang="en-US" dirty="0"/>
          </a:p>
          <a:p>
            <a:pPr lvl="1" indent="-342900">
              <a:buFont typeface="+mj-lt"/>
              <a:buAutoNum type="arabicPeriod"/>
            </a:pPr>
            <a:r>
              <a:rPr lang="fr-FR" dirty="0">
                <a:hlinkClick r:id="rId4" action="ppaction://hlinksldjump"/>
              </a:rPr>
              <a:t>Différents scénarios (à sélectionner selon votre configuration)</a:t>
            </a:r>
            <a:endParaRPr lang="fr-FR" dirty="0"/>
          </a:p>
          <a:p>
            <a:pPr marL="703875" lvl="2">
              <a:buAutoNum type="arabicPeriod"/>
            </a:pPr>
            <a:r>
              <a:rPr lang="fr-FR" dirty="0">
                <a:hlinkClick r:id="rId5" action="ppaction://hlinksldjump"/>
              </a:rPr>
              <a:t>Vous êtes employé Merck (MUID) et disposez d’un PC Merck ainsi qu’un iPhone Merck</a:t>
            </a:r>
            <a:endParaRPr lang="fr-FR" dirty="0"/>
          </a:p>
          <a:p>
            <a:pPr marL="703875" lvl="2">
              <a:buAutoNum type="arabicPeriod"/>
            </a:pPr>
            <a:r>
              <a:rPr lang="fr-FR" dirty="0">
                <a:hlinkClick r:id="rId6" action="ppaction://hlinksldjump"/>
              </a:rPr>
              <a:t>Vous êtes employé Merck (MUID) et disposez d’un PC Merck uniquement</a:t>
            </a:r>
            <a:endParaRPr lang="fr-FR" dirty="0"/>
          </a:p>
          <a:p>
            <a:pPr marL="703875" lvl="2">
              <a:buAutoNum type="arabicPeriod"/>
            </a:pPr>
            <a:r>
              <a:rPr lang="fr-FR" dirty="0">
                <a:hlinkClick r:id="rId7" action="ppaction://hlinksldjump"/>
              </a:rPr>
              <a:t>Vous êtes employé Merck (MUID) et disposez d’un PC Merck uniquement et vous acceptez d’activer un appareil mobile personnel</a:t>
            </a:r>
            <a:endParaRPr lang="fr-FR" dirty="0"/>
          </a:p>
          <a:p>
            <a:pPr marL="703875" lvl="2">
              <a:buAutoNum type="arabicPeriod"/>
            </a:pPr>
            <a:r>
              <a:rPr lang="fr-FR" dirty="0"/>
              <a:t>Vous êtes employé Merck (MUID) et utilisez un PC partagé</a:t>
            </a:r>
          </a:p>
          <a:p>
            <a:pPr marL="703875" lvl="2">
              <a:buAutoNum type="arabicPeriod"/>
            </a:pPr>
            <a:r>
              <a:rPr lang="fr-FR" dirty="0">
                <a:hlinkClick r:id="rId8" action="ppaction://hlinksldjump"/>
              </a:rPr>
              <a:t>Vous êtes externe (XUID) et ne disposez pas d’un PC Merck mais vous pouvez enregistrer un appareil compatible Passkey</a:t>
            </a:r>
            <a:endParaRPr lang="fr-FR" dirty="0"/>
          </a:p>
          <a:p>
            <a:pPr marL="703875" lvl="2">
              <a:buAutoNum type="arabicPeriod"/>
            </a:pPr>
            <a:r>
              <a:rPr lang="fr-FR" dirty="0">
                <a:hlinkClick r:id="rId9" action="ppaction://hlinksldjump"/>
              </a:rPr>
              <a:t>Vous êtes externe (XUID), ne disposez pas d’un PC Merck et vous ne pouvez enregistrer aucun appareil compatible</a:t>
            </a:r>
            <a:endParaRPr lang="fr-FR" dirty="0"/>
          </a:p>
          <a:p>
            <a:pPr marL="342900" indent="-342900">
              <a:buFont typeface="+mj-lt"/>
              <a:buAutoNum type="arabicPeriod"/>
            </a:pPr>
            <a:r>
              <a:rPr lang="fr-FR" dirty="0">
                <a:hlinkClick r:id="rId10" action="ppaction://hlinksldjump"/>
              </a:rPr>
              <a:t>Advanced Protection</a:t>
            </a:r>
            <a:endParaRPr lang="fr-FR" dirty="0"/>
          </a:p>
          <a:p>
            <a:pPr marL="342900" indent="-342900">
              <a:buFont typeface="+mj-lt"/>
              <a:buAutoNum type="arabicPeriod"/>
            </a:pPr>
            <a:r>
              <a:rPr lang="fr-FR" dirty="0">
                <a:hlinkClick r:id="rId11" action="ppaction://hlinksldjump"/>
              </a:rPr>
              <a:t>Configuration Azure MFA (double authentification via SMS)</a:t>
            </a:r>
            <a:endParaRPr lang="fr-FR" dirty="0"/>
          </a:p>
          <a:p>
            <a:pPr marL="342900" indent="-342900">
              <a:buFont typeface="+mj-lt"/>
              <a:buAutoNum type="arabicPeriod"/>
            </a:pPr>
            <a:r>
              <a:rPr lang="fr-FR" dirty="0">
                <a:hlinkClick r:id="rId12" action="ppaction://hlinksldjump"/>
              </a:rPr>
              <a:t>Liens utiles</a:t>
            </a:r>
            <a:endParaRPr lang="en-US" dirty="0"/>
          </a:p>
          <a:p>
            <a:pPr marL="285750" indent="-285750">
              <a:buFont typeface="Arial" panose="020B0604020202020204" pitchFamily="34" charset="0"/>
              <a:buChar char="•"/>
            </a:pPr>
            <a:endParaRPr lang="fr-FR" dirty="0"/>
          </a:p>
        </p:txBody>
      </p:sp>
      <p:sp>
        <p:nvSpPr>
          <p:cNvPr id="3" name="Text Placeholder 2">
            <a:extLst>
              <a:ext uri="{FF2B5EF4-FFF2-40B4-BE49-F238E27FC236}">
                <a16:creationId xmlns:a16="http://schemas.microsoft.com/office/drawing/2014/main" id="{C6678AD3-77A1-4760-F86F-FCA35C1CF469}"/>
              </a:ext>
            </a:extLst>
          </p:cNvPr>
          <p:cNvSpPr>
            <a:spLocks noGrp="1"/>
          </p:cNvSpPr>
          <p:nvPr>
            <p:ph type="body" sz="quarter" idx="13"/>
          </p:nvPr>
        </p:nvSpPr>
        <p:spPr/>
        <p:txBody>
          <a:bodyPr/>
          <a:lstStyle/>
          <a:p>
            <a:r>
              <a:rPr lang="fr-FR"/>
              <a:t>Passkey</a:t>
            </a:r>
          </a:p>
        </p:txBody>
      </p:sp>
      <p:sp>
        <p:nvSpPr>
          <p:cNvPr id="4" name="Title 3">
            <a:extLst>
              <a:ext uri="{FF2B5EF4-FFF2-40B4-BE49-F238E27FC236}">
                <a16:creationId xmlns:a16="http://schemas.microsoft.com/office/drawing/2014/main" id="{ADBB26C4-D129-9B39-7DB4-78C853468FCC}"/>
              </a:ext>
            </a:extLst>
          </p:cNvPr>
          <p:cNvSpPr>
            <a:spLocks noGrp="1"/>
          </p:cNvSpPr>
          <p:nvPr>
            <p:ph type="title"/>
          </p:nvPr>
        </p:nvSpPr>
        <p:spPr/>
        <p:txBody>
          <a:bodyPr/>
          <a:lstStyle/>
          <a:p>
            <a:r>
              <a:rPr lang="fr-FR" dirty="0"/>
              <a:t>Table des matières</a:t>
            </a:r>
          </a:p>
        </p:txBody>
      </p:sp>
      <p:sp>
        <p:nvSpPr>
          <p:cNvPr id="6" name="Slide Number Placeholder 5">
            <a:extLst>
              <a:ext uri="{FF2B5EF4-FFF2-40B4-BE49-F238E27FC236}">
                <a16:creationId xmlns:a16="http://schemas.microsoft.com/office/drawing/2014/main" id="{931CCFAC-F91D-0E97-AE9C-10893CE4CF66}"/>
              </a:ext>
            </a:extLst>
          </p:cNvPr>
          <p:cNvSpPr>
            <a:spLocks noGrp="1"/>
          </p:cNvSpPr>
          <p:nvPr>
            <p:ph type="sldNum" sz="quarter" idx="16"/>
          </p:nvPr>
        </p:nvSpPr>
        <p:spPr/>
        <p:txBody>
          <a:bodyPr/>
          <a:lstStyle/>
          <a:p>
            <a:fld id="{FD5E7EB4-4CDF-47BB-AF16-07782904B863}" type="slidenum">
              <a:rPr lang="en-US" smtClean="0"/>
              <a:pPr/>
              <a:t>3</a:t>
            </a:fld>
            <a:endParaRPr lang="en-US"/>
          </a:p>
        </p:txBody>
      </p:sp>
    </p:spTree>
    <p:extLst>
      <p:ext uri="{BB962C8B-B14F-4D97-AF65-F5344CB8AC3E}">
        <p14:creationId xmlns:p14="http://schemas.microsoft.com/office/powerpoint/2010/main" val="315799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F8914D-AD58-91D8-264B-10D3DCE8AFFA}"/>
              </a:ext>
            </a:extLst>
          </p:cNvPr>
          <p:cNvSpPr>
            <a:spLocks noGrp="1"/>
          </p:cNvSpPr>
          <p:nvPr>
            <p:ph type="ctrTitle"/>
          </p:nvPr>
        </p:nvSpPr>
        <p:spPr/>
        <p:txBody>
          <a:bodyPr/>
          <a:lstStyle/>
          <a:p>
            <a:r>
              <a:rPr lang="fr-FR" dirty="0"/>
              <a:t>Qu’est-ce que Passkey?</a:t>
            </a:r>
          </a:p>
        </p:txBody>
      </p:sp>
      <p:sp>
        <p:nvSpPr>
          <p:cNvPr id="10" name="Picture Placeholder 9">
            <a:extLst>
              <a:ext uri="{FF2B5EF4-FFF2-40B4-BE49-F238E27FC236}">
                <a16:creationId xmlns:a16="http://schemas.microsoft.com/office/drawing/2014/main" id="{66F2CB69-E45C-6012-FEA2-1066CBCE7F7D}"/>
              </a:ext>
            </a:extLst>
          </p:cNvPr>
          <p:cNvSpPr>
            <a:spLocks noGrp="1"/>
          </p:cNvSpPr>
          <p:nvPr>
            <p:ph type="pic" sz="quarter" idx="12"/>
          </p:nvPr>
        </p:nvSpPr>
        <p:spPr/>
      </p:sp>
      <p:sp>
        <p:nvSpPr>
          <p:cNvPr id="11" name="Text Placeholder 10">
            <a:extLst>
              <a:ext uri="{FF2B5EF4-FFF2-40B4-BE49-F238E27FC236}">
                <a16:creationId xmlns:a16="http://schemas.microsoft.com/office/drawing/2014/main" id="{302A0218-3C16-EE45-D49F-BE623EB3AFD9}"/>
              </a:ext>
            </a:extLst>
          </p:cNvPr>
          <p:cNvSpPr>
            <a:spLocks noGrp="1"/>
          </p:cNvSpPr>
          <p:nvPr>
            <p:ph type="body" sz="quarter" idx="13"/>
          </p:nvPr>
        </p:nvSpPr>
        <p:spPr/>
        <p:txBody>
          <a:bodyPr/>
          <a:lstStyle/>
          <a:p>
            <a:endParaRPr lang="fr-FR"/>
          </a:p>
        </p:txBody>
      </p:sp>
      <p:sp>
        <p:nvSpPr>
          <p:cNvPr id="12" name="Text Placeholder 8">
            <a:extLst>
              <a:ext uri="{FF2B5EF4-FFF2-40B4-BE49-F238E27FC236}">
                <a16:creationId xmlns:a16="http://schemas.microsoft.com/office/drawing/2014/main" id="{55115969-54CF-232B-3C4D-D05368CB7178}"/>
              </a:ext>
            </a:extLst>
          </p:cNvPr>
          <p:cNvSpPr>
            <a:spLocks noGrp="1"/>
          </p:cNvSpPr>
          <p:nvPr>
            <p:ph type="body" sz="quarter" idx="10"/>
          </p:nvPr>
        </p:nvSpPr>
        <p:spPr>
          <a:xfrm>
            <a:off x="7110778" y="4431923"/>
            <a:ext cx="2741434" cy="292478"/>
          </a:xfrm>
        </p:spPr>
        <p:txBody>
          <a:bodyPr/>
          <a:lstStyle/>
          <a:p>
            <a:r>
              <a:rPr lang="fr-FR" sz="1400" dirty="0">
                <a:hlinkClick r:id="rId2" action="ppaction://hlinksldjump"/>
              </a:rPr>
              <a:t>Retour table des matières</a:t>
            </a:r>
            <a:endParaRPr lang="fr-FR" sz="1400" dirty="0"/>
          </a:p>
        </p:txBody>
      </p:sp>
    </p:spTree>
    <p:extLst>
      <p:ext uri="{BB962C8B-B14F-4D97-AF65-F5344CB8AC3E}">
        <p14:creationId xmlns:p14="http://schemas.microsoft.com/office/powerpoint/2010/main" val="1512519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A82C7C65-0447-7FB1-9A5B-8CAACA11F972}"/>
              </a:ext>
            </a:extLst>
          </p:cNvPr>
          <p:cNvSpPr>
            <a:spLocks noGrp="1"/>
          </p:cNvSpPr>
          <p:nvPr>
            <p:ph sz="quarter" idx="14"/>
          </p:nvPr>
        </p:nvSpPr>
        <p:spPr/>
        <p:txBody>
          <a:bodyPr/>
          <a:lstStyle/>
          <a:p>
            <a:pPr>
              <a:buFont typeface="Arial" panose="020B0604020202020204" pitchFamily="34" charset="0"/>
              <a:buChar char="•"/>
            </a:pPr>
            <a:r>
              <a:rPr lang="fr-FR" sz="1500" b="1" dirty="0">
                <a:solidFill>
                  <a:schemeClr val="accent1"/>
                </a:solidFill>
              </a:rPr>
              <a:t>La méthode Passkey remplace les mots de passe </a:t>
            </a:r>
            <a:r>
              <a:rPr lang="fr-FR" sz="1500" dirty="0"/>
              <a:t>pour les applications et les sites Web et utilise  la reconnaissance d’empreintes digitales, d’un visage ou d’un code PIN. Vous pouvez utiliser la même méthode pour déverrouiller votre téléphone pour vous connecter aux applications.</a:t>
            </a:r>
          </a:p>
          <a:p>
            <a:pPr>
              <a:buFont typeface="Arial" panose="020B0604020202020204" pitchFamily="34" charset="0"/>
              <a:buChar char="•"/>
            </a:pPr>
            <a:r>
              <a:rPr lang="fr-FR" sz="1500" b="1" dirty="0">
                <a:solidFill>
                  <a:schemeClr val="accent1"/>
                </a:solidFill>
              </a:rPr>
              <a:t>La méthode Passkey est requise sur chaque appareil que vous utilisez </a:t>
            </a:r>
            <a:r>
              <a:rPr lang="fr-FR" sz="1500" dirty="0"/>
              <a:t>(p. ex., ordinateurs et téléphones mobiles). L’appareil peut provenir de notre entreprise ou d’une entreprise externe. Tous les systèmes d’exploitation courants, tels que Windows, iOS et Android, sont techniquement pris en charge. Veuillez noter que notre Global Service Desk peut uniquement fournir une assistance pour les appareils gérés par Merck/EMD.</a:t>
            </a:r>
          </a:p>
          <a:p>
            <a:pPr>
              <a:buFont typeface="Arial" panose="020B0604020202020204" pitchFamily="34" charset="0"/>
              <a:buChar char="•"/>
            </a:pPr>
            <a:r>
              <a:rPr lang="fr-FR" sz="1500" b="1" dirty="0">
                <a:solidFill>
                  <a:schemeClr val="accent1"/>
                </a:solidFill>
              </a:rPr>
              <a:t>Apple et Google synchronisent automatiquement les clés d’accès (Passkey) </a:t>
            </a:r>
            <a:r>
              <a:rPr lang="fr-FR" sz="1500" dirty="0"/>
              <a:t>entre les appareils liés au même compte cloud, entre un iPhone et un iPad par exemple. Cependant, pour tous les autres appareils, une clé d’accès (Passkey) unique doit être créée.</a:t>
            </a:r>
          </a:p>
          <a:p>
            <a:pPr>
              <a:buFont typeface="Arial" panose="020B0604020202020204" pitchFamily="34" charset="0"/>
              <a:buChar char="•"/>
            </a:pPr>
            <a:r>
              <a:rPr lang="fr-FR" sz="1500" b="1" dirty="0">
                <a:solidFill>
                  <a:schemeClr val="accent1"/>
                </a:solidFill>
              </a:rPr>
              <a:t>De plus, les clés d’accès (Passkey) peuvent être créées sur des clés physiques </a:t>
            </a:r>
            <a:r>
              <a:rPr lang="fr-FR" sz="1500" dirty="0"/>
              <a:t>ou des cartes de sécurité, ce qui est nécessaire pour les appareils partagés ou les cas d’utilisation spécifiques. Les utilisateurs externes rencontrant des problèmes avec Passkeys sur leur ordinateur ou leur téléphone mobile doivent </a:t>
            </a:r>
            <a:r>
              <a:rPr lang="fr-FR" sz="1500" dirty="0">
                <a:hlinkClick r:id="rId2"/>
              </a:rPr>
              <a:t>acheter</a:t>
            </a:r>
            <a:r>
              <a:rPr lang="fr-FR" sz="1500" dirty="0"/>
              <a:t> et utiliser des clés de sécurité.</a:t>
            </a:r>
          </a:p>
          <a:p>
            <a:pPr>
              <a:buFont typeface="Arial" panose="020B0604020202020204" pitchFamily="34" charset="0"/>
              <a:buChar char="•"/>
            </a:pPr>
            <a:r>
              <a:rPr lang="fr-FR" sz="1500" b="1" dirty="0">
                <a:solidFill>
                  <a:schemeClr val="accent1"/>
                </a:solidFill>
              </a:rPr>
              <a:t>Les clés d’accès (Passkey) sont protégées par le mécanisme de déverrouillage de l’appareil </a:t>
            </a:r>
            <a:r>
              <a:rPr lang="fr-FR" sz="1500" dirty="0"/>
              <a:t>et sont stockées localement sur votre appareil. </a:t>
            </a:r>
          </a:p>
        </p:txBody>
      </p:sp>
      <p:sp>
        <p:nvSpPr>
          <p:cNvPr id="8" name="Text Placeholder 7">
            <a:extLst>
              <a:ext uri="{FF2B5EF4-FFF2-40B4-BE49-F238E27FC236}">
                <a16:creationId xmlns:a16="http://schemas.microsoft.com/office/drawing/2014/main" id="{BE835338-93D9-C976-A6F8-E2ABC01E194C}"/>
              </a:ext>
            </a:extLst>
          </p:cNvPr>
          <p:cNvSpPr>
            <a:spLocks noGrp="1"/>
          </p:cNvSpPr>
          <p:nvPr>
            <p:ph type="body" sz="quarter" idx="13"/>
          </p:nvPr>
        </p:nvSpPr>
        <p:spPr/>
        <p:txBody>
          <a:bodyPr/>
          <a:lstStyle/>
          <a:p>
            <a:r>
              <a:rPr lang="fr-FR" dirty="0"/>
              <a:t>Passkey</a:t>
            </a:r>
          </a:p>
        </p:txBody>
      </p:sp>
      <p:sp>
        <p:nvSpPr>
          <p:cNvPr id="7" name="Title 6">
            <a:extLst>
              <a:ext uri="{FF2B5EF4-FFF2-40B4-BE49-F238E27FC236}">
                <a16:creationId xmlns:a16="http://schemas.microsoft.com/office/drawing/2014/main" id="{168FF13E-5D3A-118F-E9BE-76627D347628}"/>
              </a:ext>
            </a:extLst>
          </p:cNvPr>
          <p:cNvSpPr>
            <a:spLocks noGrp="1"/>
          </p:cNvSpPr>
          <p:nvPr>
            <p:ph type="title"/>
          </p:nvPr>
        </p:nvSpPr>
        <p:spPr/>
        <p:txBody>
          <a:bodyPr/>
          <a:lstStyle/>
          <a:p>
            <a:r>
              <a:rPr lang="fr-FR" dirty="0"/>
              <a:t>Qu’est-ce que Passkey?</a:t>
            </a:r>
          </a:p>
        </p:txBody>
      </p:sp>
      <p:sp>
        <p:nvSpPr>
          <p:cNvPr id="12" name="Slide Number Placeholder 11">
            <a:extLst>
              <a:ext uri="{FF2B5EF4-FFF2-40B4-BE49-F238E27FC236}">
                <a16:creationId xmlns:a16="http://schemas.microsoft.com/office/drawing/2014/main" id="{EE1A489C-03B3-AA2B-CB36-63F72CD8DF1C}"/>
              </a:ext>
            </a:extLst>
          </p:cNvPr>
          <p:cNvSpPr>
            <a:spLocks noGrp="1"/>
          </p:cNvSpPr>
          <p:nvPr>
            <p:ph type="sldNum" sz="quarter" idx="16"/>
          </p:nvPr>
        </p:nvSpPr>
        <p:spPr/>
        <p:txBody>
          <a:bodyPr/>
          <a:lstStyle/>
          <a:p>
            <a:fld id="{FD5E7EB4-4CDF-47BB-AF16-07782904B863}" type="slidenum">
              <a:rPr lang="en-US" smtClean="0"/>
              <a:pPr/>
              <a:t>5</a:t>
            </a:fld>
            <a:endParaRPr lang="en-US"/>
          </a:p>
        </p:txBody>
      </p:sp>
    </p:spTree>
    <p:extLst>
      <p:ext uri="{BB962C8B-B14F-4D97-AF65-F5344CB8AC3E}">
        <p14:creationId xmlns:p14="http://schemas.microsoft.com/office/powerpoint/2010/main" val="2693387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31E62C7-FB79-258D-9AC5-02C2F0B7118C}"/>
              </a:ext>
            </a:extLst>
          </p:cNvPr>
          <p:cNvSpPr>
            <a:spLocks noGrp="1"/>
          </p:cNvSpPr>
          <p:nvPr>
            <p:ph type="body" sz="quarter" idx="10"/>
          </p:nvPr>
        </p:nvSpPr>
        <p:spPr>
          <a:xfrm>
            <a:off x="7110778" y="4431923"/>
            <a:ext cx="2741434" cy="292478"/>
          </a:xfrm>
        </p:spPr>
        <p:txBody>
          <a:bodyPr/>
          <a:lstStyle/>
          <a:p>
            <a:r>
              <a:rPr lang="fr-FR" sz="1400" dirty="0">
                <a:hlinkClick r:id="rId2" action="ppaction://hlinksldjump"/>
              </a:rPr>
              <a:t>Retour table des matières</a:t>
            </a:r>
            <a:endParaRPr lang="fr-FR" sz="1400" dirty="0"/>
          </a:p>
        </p:txBody>
      </p:sp>
      <p:sp>
        <p:nvSpPr>
          <p:cNvPr id="8" name="Subtitle 7">
            <a:extLst>
              <a:ext uri="{FF2B5EF4-FFF2-40B4-BE49-F238E27FC236}">
                <a16:creationId xmlns:a16="http://schemas.microsoft.com/office/drawing/2014/main" id="{7D0945D5-E220-EDD1-F638-FB026C838341}"/>
              </a:ext>
            </a:extLst>
          </p:cNvPr>
          <p:cNvSpPr>
            <a:spLocks noGrp="1"/>
          </p:cNvSpPr>
          <p:nvPr>
            <p:ph type="subTitle" idx="1"/>
          </p:nvPr>
        </p:nvSpPr>
        <p:spPr/>
        <p:txBody>
          <a:bodyPr/>
          <a:lstStyle/>
          <a:p>
            <a:r>
              <a:rPr lang="fr-FR" dirty="0"/>
              <a:t>A suivre dans tous les cas lors d’une première connexion</a:t>
            </a:r>
          </a:p>
        </p:txBody>
      </p:sp>
      <p:sp>
        <p:nvSpPr>
          <p:cNvPr id="7" name="Title 6">
            <a:extLst>
              <a:ext uri="{FF2B5EF4-FFF2-40B4-BE49-F238E27FC236}">
                <a16:creationId xmlns:a16="http://schemas.microsoft.com/office/drawing/2014/main" id="{1A37F98E-34DE-41D4-A59A-A5F4567BD7D1}"/>
              </a:ext>
            </a:extLst>
          </p:cNvPr>
          <p:cNvSpPr>
            <a:spLocks noGrp="1"/>
          </p:cNvSpPr>
          <p:nvPr>
            <p:ph type="ctrTitle"/>
          </p:nvPr>
        </p:nvSpPr>
        <p:spPr/>
        <p:txBody>
          <a:bodyPr/>
          <a:lstStyle/>
          <a:p>
            <a:r>
              <a:rPr lang="fr-FR" dirty="0"/>
              <a:t>Processus de </a:t>
            </a:r>
            <a:r>
              <a:rPr lang="en-US" dirty="0" err="1"/>
              <a:t>paramétrage</a:t>
            </a:r>
            <a:endParaRPr lang="fr-FR" dirty="0"/>
          </a:p>
        </p:txBody>
      </p:sp>
      <p:sp>
        <p:nvSpPr>
          <p:cNvPr id="10" name="Picture Placeholder 9">
            <a:extLst>
              <a:ext uri="{FF2B5EF4-FFF2-40B4-BE49-F238E27FC236}">
                <a16:creationId xmlns:a16="http://schemas.microsoft.com/office/drawing/2014/main" id="{6AEB7B01-AC70-09E3-0489-891990AEBF22}"/>
              </a:ext>
            </a:extLst>
          </p:cNvPr>
          <p:cNvSpPr>
            <a:spLocks noGrp="1"/>
          </p:cNvSpPr>
          <p:nvPr>
            <p:ph type="pic" sz="quarter" idx="12"/>
          </p:nvPr>
        </p:nvSpPr>
        <p:spPr/>
      </p:sp>
      <p:sp>
        <p:nvSpPr>
          <p:cNvPr id="11" name="Text Placeholder 10">
            <a:extLst>
              <a:ext uri="{FF2B5EF4-FFF2-40B4-BE49-F238E27FC236}">
                <a16:creationId xmlns:a16="http://schemas.microsoft.com/office/drawing/2014/main" id="{0C6DF9CB-1027-E901-0193-1C3AB2F3BCA2}"/>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365840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AD8544A-6293-E5BD-CE4C-7991F2338D2D}"/>
              </a:ext>
            </a:extLst>
          </p:cNvPr>
          <p:cNvSpPr>
            <a:spLocks noGrp="1"/>
          </p:cNvSpPr>
          <p:nvPr>
            <p:ph sz="quarter" idx="14"/>
          </p:nvPr>
        </p:nvSpPr>
        <p:spPr/>
        <p:txBody>
          <a:bodyPr/>
          <a:lstStyle/>
          <a:p>
            <a:pPr marL="342900" indent="-342900">
              <a:buFont typeface="+mj-lt"/>
              <a:buAutoNum type="arabicPeriod"/>
            </a:pPr>
            <a:r>
              <a:rPr lang="fr-FR" dirty="0">
                <a:hlinkClick r:id="rId4" action="ppaction://hlinksldjump"/>
              </a:rPr>
              <a:t>Suivre le processus de démarrage commun à toutes les configurations.</a:t>
            </a:r>
            <a:endParaRPr lang="fr-FR" dirty="0"/>
          </a:p>
          <a:p>
            <a:r>
              <a:rPr lang="fr-FR" dirty="0">
                <a:hlinkClick r:id="rId5" action="ppaction://hlinksldjump"/>
              </a:rPr>
              <a:t>Enregistrer une option biométrique ou un PIN (PIN Windows Hello, clé de sécurité, clé d’accès Passkey iOS, etc.) sur votre compte Merck selon votre configuration. </a:t>
            </a:r>
            <a:endParaRPr lang="fr-FR" dirty="0"/>
          </a:p>
          <a:p>
            <a:r>
              <a:rPr lang="fr-FR" dirty="0">
                <a:hlinkClick r:id="rId6" action="ppaction://hlinksldjump"/>
              </a:rPr>
              <a:t>Remplacer le mot de passe initial de Windows par un mot de passe personnalisé sécurisé.</a:t>
            </a:r>
            <a:endParaRPr lang="fr-FR" dirty="0"/>
          </a:p>
          <a:p>
            <a:pPr marL="342900" indent="-342900">
              <a:buFont typeface="+mj-lt"/>
              <a:buAutoNum type="arabicPeriod"/>
            </a:pPr>
            <a:r>
              <a:rPr lang="fr-FR" dirty="0">
                <a:hlinkClick r:id="rId7" action="ppaction://hlinksldjump"/>
              </a:rPr>
              <a:t>Enregistrer la méthode par défaut Azure Multi-Factor-</a:t>
            </a:r>
            <a:r>
              <a:rPr lang="fr-FR" dirty="0" err="1">
                <a:hlinkClick r:id="rId7" action="ppaction://hlinksldjump"/>
              </a:rPr>
              <a:t>Authentication</a:t>
            </a:r>
            <a:r>
              <a:rPr lang="fr-FR" dirty="0">
                <a:hlinkClick r:id="rId7" action="ppaction://hlinksldjump"/>
              </a:rPr>
              <a:t> (application, SMS ou appel).</a:t>
            </a:r>
            <a:endParaRPr lang="fr-FR" dirty="0"/>
          </a:p>
          <a:p>
            <a:pPr>
              <a:buFont typeface="Arial" panose="020B0604020202020204" pitchFamily="34" charset="0"/>
              <a:buChar char="•"/>
            </a:pPr>
            <a:endParaRPr lang="fr-FR" dirty="0"/>
          </a:p>
        </p:txBody>
      </p:sp>
      <p:sp>
        <p:nvSpPr>
          <p:cNvPr id="8" name="Text Placeholder 7">
            <a:extLst>
              <a:ext uri="{FF2B5EF4-FFF2-40B4-BE49-F238E27FC236}">
                <a16:creationId xmlns:a16="http://schemas.microsoft.com/office/drawing/2014/main" id="{F0C0B346-B63A-AA70-C922-7525FFA1DD42}"/>
              </a:ext>
            </a:extLst>
          </p:cNvPr>
          <p:cNvSpPr>
            <a:spLocks noGrp="1"/>
          </p:cNvSpPr>
          <p:nvPr>
            <p:ph type="body" sz="quarter" idx="13"/>
          </p:nvPr>
        </p:nvSpPr>
        <p:spPr/>
        <p:txBody>
          <a:bodyPr/>
          <a:lstStyle/>
          <a:p>
            <a:r>
              <a:rPr lang="fr-FR" dirty="0"/>
              <a:t>Passkey</a:t>
            </a:r>
          </a:p>
        </p:txBody>
      </p:sp>
      <p:sp>
        <p:nvSpPr>
          <p:cNvPr id="7" name="Title 6">
            <a:extLst>
              <a:ext uri="{FF2B5EF4-FFF2-40B4-BE49-F238E27FC236}">
                <a16:creationId xmlns:a16="http://schemas.microsoft.com/office/drawing/2014/main" id="{A28F5212-68FD-394E-2A7C-01718BB4875B}"/>
              </a:ext>
            </a:extLst>
          </p:cNvPr>
          <p:cNvSpPr>
            <a:spLocks noGrp="1"/>
          </p:cNvSpPr>
          <p:nvPr>
            <p:ph type="title"/>
          </p:nvPr>
        </p:nvSpPr>
        <p:spPr/>
        <p:txBody>
          <a:bodyPr/>
          <a:lstStyle/>
          <a:p>
            <a:r>
              <a:rPr lang="en-US" dirty="0"/>
              <a:t>Processus de </a:t>
            </a:r>
            <a:r>
              <a:rPr lang="en-US" dirty="0" err="1"/>
              <a:t>paramétrage</a:t>
            </a:r>
            <a:endParaRPr lang="fr-FR" dirty="0"/>
          </a:p>
        </p:txBody>
      </p:sp>
      <p:sp>
        <p:nvSpPr>
          <p:cNvPr id="10" name="TextBox 9">
            <a:extLst>
              <a:ext uri="{FF2B5EF4-FFF2-40B4-BE49-F238E27FC236}">
                <a16:creationId xmlns:a16="http://schemas.microsoft.com/office/drawing/2014/main" id="{B3F4FD02-B840-C764-32CC-C65EAEA73D5E}"/>
              </a:ext>
            </a:extLst>
          </p:cNvPr>
          <p:cNvSpPr txBox="1"/>
          <p:nvPr/>
        </p:nvSpPr>
        <p:spPr bwMode="gray">
          <a:xfrm>
            <a:off x="1611406" y="3887353"/>
            <a:ext cx="9663953" cy="738664"/>
          </a:xfrm>
          <a:prstGeom prst="rect">
            <a:avLst/>
          </a:prstGeom>
          <a:noFill/>
        </p:spPr>
        <p:txBody>
          <a:bodyPr wrap="square" lIns="0" tIns="0" rIns="0" bIns="0" rtlCol="0" anchor="t">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a:solidFill>
                  <a:srgbClr val="000000"/>
                </a:solidFill>
                <a:latin typeface="Verdana"/>
                <a:ea typeface="Verdana"/>
                <a:cs typeface="Verdana" panose="020B0604030504040204" pitchFamily="34" charset="0"/>
              </a:rPr>
              <a:t>Il est préférable d’enregistrer au moins deux appareils (p. ex., téléphone mobile ou clé de sécurité). Le deuxième appareil fait office de secours, si l’un des deux est défectueux ou perdu.</a:t>
            </a:r>
            <a:endParaRPr kumimoji="0" lang="fr-FR" sz="1600" b="0" i="0" u="none" strike="noStrike" kern="1200" cap="none" spc="0" normalizeH="0" baseline="0" noProof="0">
              <a:ln>
                <a:noFill/>
              </a:ln>
              <a:solidFill>
                <a:srgbClr val="000000"/>
              </a:solidFill>
              <a:effectLst/>
              <a:uLnTx/>
              <a:uFillTx/>
              <a:latin typeface="Verdana"/>
              <a:ea typeface="Verdana"/>
              <a:cs typeface="Verdana" panose="020B0604030504040204" pitchFamily="34" charset="0"/>
            </a:endParaRPr>
          </a:p>
        </p:txBody>
      </p:sp>
      <p:pic>
        <p:nvPicPr>
          <p:cNvPr id="11" name="Idea">
            <a:extLst>
              <a:ext uri="{FF2B5EF4-FFF2-40B4-BE49-F238E27FC236}">
                <a16:creationId xmlns:a16="http://schemas.microsoft.com/office/drawing/2014/main" id="{5405B226-A713-890B-1456-E3A9D9C09464}"/>
              </a:ext>
            </a:extLst>
          </p:cNvPr>
          <p:cNvPicPr>
            <a:picLocks noChangeAspect="1"/>
          </p:cNvPicPr>
          <p:nvPr>
            <p:custDataLst>
              <p:tags r:id="rId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054" y="3950525"/>
            <a:ext cx="612320" cy="612320"/>
          </a:xfrm>
          <a:prstGeom prst="rect">
            <a:avLst/>
          </a:prstGeom>
        </p:spPr>
      </p:pic>
      <p:sp>
        <p:nvSpPr>
          <p:cNvPr id="12" name="TextBox 11">
            <a:extLst>
              <a:ext uri="{FF2B5EF4-FFF2-40B4-BE49-F238E27FC236}">
                <a16:creationId xmlns:a16="http://schemas.microsoft.com/office/drawing/2014/main" id="{B447A161-0D7D-9C04-BBB7-FB64C1AD98BB}"/>
              </a:ext>
            </a:extLst>
          </p:cNvPr>
          <p:cNvSpPr txBox="1"/>
          <p:nvPr/>
        </p:nvSpPr>
        <p:spPr bwMode="gray">
          <a:xfrm>
            <a:off x="1611406" y="5080059"/>
            <a:ext cx="9663953" cy="492443"/>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En activant l’option Passkey sur un mobile personnel, </a:t>
            </a:r>
            <a:r>
              <a:rPr lang="fr-FR" sz="1600" b="1" dirty="0">
                <a:solidFill>
                  <a:schemeClr val="accent1"/>
                </a:solidFill>
                <a:latin typeface="Verdana" panose="020B0604030504040204" pitchFamily="34" charset="0"/>
                <a:ea typeface="Verdana" panose="020B0604030504040204" pitchFamily="34" charset="0"/>
                <a:cs typeface="Verdana" panose="020B0604030504040204" pitchFamily="34" charset="0"/>
              </a:rPr>
              <a:t>Merck n’aura accès à aucune donnée. </a:t>
            </a: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Il s’agit uniquement d’utiliser la technologie Passkey embarquée sur votre appareil.</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3" name="Important">
            <a:extLst>
              <a:ext uri="{FF2B5EF4-FFF2-40B4-BE49-F238E27FC236}">
                <a16:creationId xmlns:a16="http://schemas.microsoft.com/office/drawing/2014/main" id="{6F8619D6-2E89-046F-C946-09411D60295D}"/>
              </a:ext>
            </a:extLst>
          </p:cNvPr>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9054" y="4990406"/>
            <a:ext cx="612320" cy="612320"/>
          </a:xfrm>
          <a:prstGeom prst="rect">
            <a:avLst/>
          </a:prstGeom>
        </p:spPr>
      </p:pic>
      <p:sp>
        <p:nvSpPr>
          <p:cNvPr id="14" name="Slide Number Placeholder 13">
            <a:extLst>
              <a:ext uri="{FF2B5EF4-FFF2-40B4-BE49-F238E27FC236}">
                <a16:creationId xmlns:a16="http://schemas.microsoft.com/office/drawing/2014/main" id="{290D5856-4D3B-870A-F774-8701033B7421}"/>
              </a:ext>
            </a:extLst>
          </p:cNvPr>
          <p:cNvSpPr>
            <a:spLocks noGrp="1"/>
          </p:cNvSpPr>
          <p:nvPr>
            <p:ph type="sldNum" sz="quarter" idx="16"/>
          </p:nvPr>
        </p:nvSpPr>
        <p:spPr/>
        <p:txBody>
          <a:bodyPr/>
          <a:lstStyle/>
          <a:p>
            <a:fld id="{FD5E7EB4-4CDF-47BB-AF16-07782904B863}" type="slidenum">
              <a:rPr lang="en-US" smtClean="0"/>
              <a:pPr/>
              <a:t>7</a:t>
            </a:fld>
            <a:endParaRPr lang="en-US"/>
          </a:p>
        </p:txBody>
      </p:sp>
    </p:spTree>
    <p:extLst>
      <p:ext uri="{BB962C8B-B14F-4D97-AF65-F5344CB8AC3E}">
        <p14:creationId xmlns:p14="http://schemas.microsoft.com/office/powerpoint/2010/main" val="1688775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10B80C-2F5A-3C24-D7DB-25695B74CDBE}"/>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2FDC7593-90E1-F3A7-BB9A-E7FAC5DE23F7}"/>
              </a:ext>
            </a:extLst>
          </p:cNvPr>
          <p:cNvSpPr>
            <a:spLocks noGrp="1"/>
          </p:cNvSpPr>
          <p:nvPr>
            <p:ph type="title"/>
          </p:nvPr>
        </p:nvSpPr>
        <p:spPr>
          <a:xfrm>
            <a:off x="623888" y="730800"/>
            <a:ext cx="10944225" cy="609968"/>
          </a:xfrm>
        </p:spPr>
        <p:txBody>
          <a:bodyPr/>
          <a:lstStyle/>
          <a:p>
            <a:r>
              <a:rPr lang="fr-FR" dirty="0"/>
              <a:t>Ouvrez </a:t>
            </a:r>
            <a:r>
              <a:rPr lang="fr-FR" dirty="0">
                <a:hlinkClick r:id="rId2"/>
              </a:rPr>
              <a:t>https://me.merckgroup.com/</a:t>
            </a:r>
            <a:r>
              <a:rPr lang="fr-FR" dirty="0"/>
              <a:t> et cliquez sur </a:t>
            </a:r>
            <a:r>
              <a:rPr lang="en-US" dirty="0"/>
              <a:t>"Cannot sign in or new at Merck"</a:t>
            </a:r>
            <a:endParaRPr lang="fr-FR" dirty="0"/>
          </a:p>
        </p:txBody>
      </p:sp>
      <p:sp>
        <p:nvSpPr>
          <p:cNvPr id="6" name="Slide Number Placeholder 5">
            <a:extLst>
              <a:ext uri="{FF2B5EF4-FFF2-40B4-BE49-F238E27FC236}">
                <a16:creationId xmlns:a16="http://schemas.microsoft.com/office/drawing/2014/main" id="{16DB3FDC-9566-D671-DAF0-D046BBB1BAE5}"/>
              </a:ext>
            </a:extLst>
          </p:cNvPr>
          <p:cNvSpPr>
            <a:spLocks noGrp="1"/>
          </p:cNvSpPr>
          <p:nvPr>
            <p:ph type="sldNum" sz="quarter" idx="16"/>
          </p:nvPr>
        </p:nvSpPr>
        <p:spPr/>
        <p:txBody>
          <a:bodyPr/>
          <a:lstStyle/>
          <a:p>
            <a:fld id="{FD5E7EB4-4CDF-47BB-AF16-07782904B863}" type="slidenum">
              <a:rPr lang="en-US" smtClean="0"/>
              <a:pPr/>
              <a:t>8</a:t>
            </a:fld>
            <a:endParaRPr lang="en-US"/>
          </a:p>
        </p:txBody>
      </p:sp>
      <p:pic>
        <p:nvPicPr>
          <p:cNvPr id="10" name="Picture 9">
            <a:extLst>
              <a:ext uri="{FF2B5EF4-FFF2-40B4-BE49-F238E27FC236}">
                <a16:creationId xmlns:a16="http://schemas.microsoft.com/office/drawing/2014/main" id="{F13D8BBB-1983-74ED-EA3F-2F3BA957D970}"/>
              </a:ext>
            </a:extLst>
          </p:cNvPr>
          <p:cNvPicPr>
            <a:picLocks noChangeAspect="1"/>
          </p:cNvPicPr>
          <p:nvPr/>
        </p:nvPicPr>
        <p:blipFill>
          <a:blip r:embed="rId3"/>
          <a:stretch>
            <a:fillRect/>
          </a:stretch>
        </p:blipFill>
        <p:spPr>
          <a:xfrm>
            <a:off x="3467160" y="1484784"/>
            <a:ext cx="5257680" cy="4716938"/>
          </a:xfrm>
          <a:prstGeom prst="rect">
            <a:avLst/>
          </a:prstGeom>
        </p:spPr>
      </p:pic>
    </p:spTree>
    <p:extLst>
      <p:ext uri="{BB962C8B-B14F-4D97-AF65-F5344CB8AC3E}">
        <p14:creationId xmlns:p14="http://schemas.microsoft.com/office/powerpoint/2010/main" val="962012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EDD3F0-83F4-E67E-FC28-6B1B2CCBBD90}"/>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E762BE52-5DF8-5DED-80D6-911FBF84EACF}"/>
              </a:ext>
            </a:extLst>
          </p:cNvPr>
          <p:cNvSpPr>
            <a:spLocks noGrp="1"/>
          </p:cNvSpPr>
          <p:nvPr>
            <p:ph type="title"/>
          </p:nvPr>
        </p:nvSpPr>
        <p:spPr/>
        <p:txBody>
          <a:bodyPr/>
          <a:lstStyle/>
          <a:p>
            <a:r>
              <a:rPr lang="fr-FR"/>
              <a:t>Entrez votre identifiant Merck</a:t>
            </a:r>
          </a:p>
        </p:txBody>
      </p:sp>
      <p:sp>
        <p:nvSpPr>
          <p:cNvPr id="6" name="Slide Number Placeholder 5">
            <a:extLst>
              <a:ext uri="{FF2B5EF4-FFF2-40B4-BE49-F238E27FC236}">
                <a16:creationId xmlns:a16="http://schemas.microsoft.com/office/drawing/2014/main" id="{D726BBB2-1EAC-F178-27A7-6FF30EF74A33}"/>
              </a:ext>
            </a:extLst>
          </p:cNvPr>
          <p:cNvSpPr>
            <a:spLocks noGrp="1"/>
          </p:cNvSpPr>
          <p:nvPr>
            <p:ph type="sldNum" sz="quarter" idx="16"/>
          </p:nvPr>
        </p:nvSpPr>
        <p:spPr/>
        <p:txBody>
          <a:bodyPr/>
          <a:lstStyle/>
          <a:p>
            <a:fld id="{FD5E7EB4-4CDF-47BB-AF16-07782904B863}" type="slidenum">
              <a:rPr lang="en-US" smtClean="0"/>
              <a:pPr/>
              <a:t>9</a:t>
            </a:fld>
            <a:endParaRPr lang="en-US"/>
          </a:p>
        </p:txBody>
      </p:sp>
      <p:pic>
        <p:nvPicPr>
          <p:cNvPr id="8" name="Picture 7">
            <a:extLst>
              <a:ext uri="{FF2B5EF4-FFF2-40B4-BE49-F238E27FC236}">
                <a16:creationId xmlns:a16="http://schemas.microsoft.com/office/drawing/2014/main" id="{8B690F2E-53D2-BB03-80F1-3F094FF6C6E5}"/>
              </a:ext>
            </a:extLst>
          </p:cNvPr>
          <p:cNvPicPr>
            <a:picLocks noChangeAspect="1"/>
          </p:cNvPicPr>
          <p:nvPr/>
        </p:nvPicPr>
        <p:blipFill>
          <a:blip r:embed="rId2"/>
          <a:stretch>
            <a:fillRect/>
          </a:stretch>
        </p:blipFill>
        <p:spPr>
          <a:xfrm>
            <a:off x="1713888" y="1506930"/>
            <a:ext cx="8764223" cy="4620270"/>
          </a:xfrm>
          <a:prstGeom prst="rect">
            <a:avLst/>
          </a:prstGeom>
        </p:spPr>
      </p:pic>
    </p:spTree>
    <p:extLst>
      <p:ext uri="{BB962C8B-B14F-4D97-AF65-F5344CB8AC3E}">
        <p14:creationId xmlns:p14="http://schemas.microsoft.com/office/powerpoint/2010/main" val="1434333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038159-F876-34A0-F0C3-A120F7E0A0FA}"/>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B185EC7C-66FF-B590-1871-488CAE7B64A8}"/>
              </a:ext>
            </a:extLst>
          </p:cNvPr>
          <p:cNvSpPr>
            <a:spLocks noGrp="1"/>
          </p:cNvSpPr>
          <p:nvPr>
            <p:ph type="title"/>
          </p:nvPr>
        </p:nvSpPr>
        <p:spPr>
          <a:xfrm>
            <a:off x="623888" y="1033162"/>
            <a:ext cx="10944225" cy="325952"/>
          </a:xfrm>
        </p:spPr>
        <p:txBody>
          <a:bodyPr/>
          <a:lstStyle/>
          <a:p>
            <a:r>
              <a:rPr lang="fr-FR"/>
              <a:t>Connectez-vous avec le mot de passe initial et avec l’aide d’un collègue</a:t>
            </a:r>
          </a:p>
        </p:txBody>
      </p:sp>
      <p:sp>
        <p:nvSpPr>
          <p:cNvPr id="6" name="Slide Number Placeholder 5">
            <a:extLst>
              <a:ext uri="{FF2B5EF4-FFF2-40B4-BE49-F238E27FC236}">
                <a16:creationId xmlns:a16="http://schemas.microsoft.com/office/drawing/2014/main" id="{24EF3CA6-B2C9-69D1-FAA8-91188D171CB5}"/>
              </a:ext>
            </a:extLst>
          </p:cNvPr>
          <p:cNvSpPr>
            <a:spLocks noGrp="1"/>
          </p:cNvSpPr>
          <p:nvPr>
            <p:ph type="sldNum" sz="quarter" idx="16"/>
          </p:nvPr>
        </p:nvSpPr>
        <p:spPr/>
        <p:txBody>
          <a:bodyPr/>
          <a:lstStyle/>
          <a:p>
            <a:fld id="{FD5E7EB4-4CDF-47BB-AF16-07782904B863}" type="slidenum">
              <a:rPr lang="en-US" smtClean="0"/>
              <a:pPr/>
              <a:t>10</a:t>
            </a:fld>
            <a:endParaRPr lang="en-US"/>
          </a:p>
        </p:txBody>
      </p:sp>
      <p:pic>
        <p:nvPicPr>
          <p:cNvPr id="7" name="Content Placeholder 7">
            <a:extLst>
              <a:ext uri="{FF2B5EF4-FFF2-40B4-BE49-F238E27FC236}">
                <a16:creationId xmlns:a16="http://schemas.microsoft.com/office/drawing/2014/main" id="{D7F26AAD-F029-242C-20EF-CD3248C2C0D1}"/>
              </a:ext>
            </a:extLst>
          </p:cNvPr>
          <p:cNvPicPr>
            <a:picLocks noGrp="1" noChangeAspect="1"/>
          </p:cNvPicPr>
          <p:nvPr>
            <p:ph sz="quarter" idx="14"/>
          </p:nvPr>
        </p:nvPicPr>
        <p:blipFill>
          <a:blip r:embed="rId2"/>
          <a:stretch>
            <a:fillRect/>
          </a:stretch>
        </p:blipFill>
        <p:spPr>
          <a:xfrm>
            <a:off x="2731419" y="1484313"/>
            <a:ext cx="6729162" cy="4608512"/>
          </a:xfrm>
        </p:spPr>
      </p:pic>
    </p:spTree>
    <p:extLst>
      <p:ext uri="{BB962C8B-B14F-4D97-AF65-F5344CB8AC3E}">
        <p14:creationId xmlns:p14="http://schemas.microsoft.com/office/powerpoint/2010/main" val="1903754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863CFCF-E12A-72EF-47DA-DDD83908C171}"/>
              </a:ext>
            </a:extLst>
          </p:cNvPr>
          <p:cNvPicPr>
            <a:picLocks noChangeAspect="1"/>
          </p:cNvPicPr>
          <p:nvPr/>
        </p:nvPicPr>
        <p:blipFill>
          <a:blip r:embed="rId2"/>
          <a:stretch>
            <a:fillRect/>
          </a:stretch>
        </p:blipFill>
        <p:spPr>
          <a:xfrm>
            <a:off x="2595074" y="1628523"/>
            <a:ext cx="7001852" cy="3600953"/>
          </a:xfrm>
          <a:prstGeom prst="rect">
            <a:avLst/>
          </a:prstGeom>
        </p:spPr>
      </p:pic>
      <p:sp>
        <p:nvSpPr>
          <p:cNvPr id="3" name="Text Placeholder 2">
            <a:extLst>
              <a:ext uri="{FF2B5EF4-FFF2-40B4-BE49-F238E27FC236}">
                <a16:creationId xmlns:a16="http://schemas.microsoft.com/office/drawing/2014/main" id="{40BCD977-D81A-60F9-33FD-D73AA14AB533}"/>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71A71018-D473-571A-2013-11238F368212}"/>
              </a:ext>
            </a:extLst>
          </p:cNvPr>
          <p:cNvSpPr>
            <a:spLocks noGrp="1"/>
          </p:cNvSpPr>
          <p:nvPr>
            <p:ph type="title"/>
          </p:nvPr>
        </p:nvSpPr>
        <p:spPr/>
        <p:txBody>
          <a:bodyPr/>
          <a:lstStyle/>
          <a:p>
            <a:r>
              <a:rPr lang="fr-FR"/>
              <a:t>Connectez-vous avec le mot de passe initial</a:t>
            </a:r>
          </a:p>
        </p:txBody>
      </p:sp>
      <p:sp>
        <p:nvSpPr>
          <p:cNvPr id="6" name="Slide Number Placeholder 5">
            <a:extLst>
              <a:ext uri="{FF2B5EF4-FFF2-40B4-BE49-F238E27FC236}">
                <a16:creationId xmlns:a16="http://schemas.microsoft.com/office/drawing/2014/main" id="{2F0EB639-893D-F1A6-00C3-2093C19224F4}"/>
              </a:ext>
            </a:extLst>
          </p:cNvPr>
          <p:cNvSpPr>
            <a:spLocks noGrp="1"/>
          </p:cNvSpPr>
          <p:nvPr>
            <p:ph type="sldNum" sz="quarter" idx="16"/>
          </p:nvPr>
        </p:nvSpPr>
        <p:spPr/>
        <p:txBody>
          <a:bodyPr/>
          <a:lstStyle/>
          <a:p>
            <a:fld id="{FD5E7EB4-4CDF-47BB-AF16-07782904B863}" type="slidenum">
              <a:rPr lang="en-US" smtClean="0"/>
              <a:pPr/>
              <a:t>11</a:t>
            </a:fld>
            <a:endParaRPr lang="en-US"/>
          </a:p>
        </p:txBody>
      </p:sp>
    </p:spTree>
    <p:extLst>
      <p:ext uri="{BB962C8B-B14F-4D97-AF65-F5344CB8AC3E}">
        <p14:creationId xmlns:p14="http://schemas.microsoft.com/office/powerpoint/2010/main" val="2719939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32E593-88FF-4A01-9758-9CA6A4B721A2}"/>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85AA565D-F63B-255E-4221-F254CB54F19F}"/>
              </a:ext>
            </a:extLst>
          </p:cNvPr>
          <p:cNvSpPr>
            <a:spLocks noGrp="1"/>
          </p:cNvSpPr>
          <p:nvPr>
            <p:ph type="title"/>
          </p:nvPr>
        </p:nvSpPr>
        <p:spPr/>
        <p:txBody>
          <a:bodyPr/>
          <a:lstStyle/>
          <a:p>
            <a:r>
              <a:rPr lang="fr-FR"/>
              <a:t>Sélectionnez un collègue afin qu’il reçoive le code de vérification</a:t>
            </a:r>
          </a:p>
        </p:txBody>
      </p:sp>
      <p:sp>
        <p:nvSpPr>
          <p:cNvPr id="6" name="Slide Number Placeholder 5">
            <a:extLst>
              <a:ext uri="{FF2B5EF4-FFF2-40B4-BE49-F238E27FC236}">
                <a16:creationId xmlns:a16="http://schemas.microsoft.com/office/drawing/2014/main" id="{98B6EB4E-2154-E537-CA95-D2A1CBC5A21D}"/>
              </a:ext>
            </a:extLst>
          </p:cNvPr>
          <p:cNvSpPr>
            <a:spLocks noGrp="1"/>
          </p:cNvSpPr>
          <p:nvPr>
            <p:ph type="sldNum" sz="quarter" idx="16"/>
          </p:nvPr>
        </p:nvSpPr>
        <p:spPr/>
        <p:txBody>
          <a:bodyPr/>
          <a:lstStyle/>
          <a:p>
            <a:fld id="{FD5E7EB4-4CDF-47BB-AF16-07782904B863}" type="slidenum">
              <a:rPr lang="en-US" smtClean="0"/>
              <a:pPr/>
              <a:t>12</a:t>
            </a:fld>
            <a:endParaRPr lang="en-US"/>
          </a:p>
        </p:txBody>
      </p:sp>
      <p:pic>
        <p:nvPicPr>
          <p:cNvPr id="8" name="Picture 7">
            <a:extLst>
              <a:ext uri="{FF2B5EF4-FFF2-40B4-BE49-F238E27FC236}">
                <a16:creationId xmlns:a16="http://schemas.microsoft.com/office/drawing/2014/main" id="{5DF14699-7DA7-9084-44B6-D96009FB3133}"/>
              </a:ext>
            </a:extLst>
          </p:cNvPr>
          <p:cNvPicPr>
            <a:picLocks noChangeAspect="1"/>
          </p:cNvPicPr>
          <p:nvPr/>
        </p:nvPicPr>
        <p:blipFill>
          <a:blip r:embed="rId2"/>
          <a:stretch>
            <a:fillRect/>
          </a:stretch>
        </p:blipFill>
        <p:spPr>
          <a:xfrm>
            <a:off x="3099969" y="1450783"/>
            <a:ext cx="5300287" cy="4550326"/>
          </a:xfrm>
          <a:prstGeom prst="rect">
            <a:avLst/>
          </a:prstGeom>
        </p:spPr>
      </p:pic>
    </p:spTree>
    <p:extLst>
      <p:ext uri="{BB962C8B-B14F-4D97-AF65-F5344CB8AC3E}">
        <p14:creationId xmlns:p14="http://schemas.microsoft.com/office/powerpoint/2010/main" val="1001095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42FAF1-9763-E672-3743-032B8B59F598}"/>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AF872B6E-A9E1-695D-6B49-495F26C229D4}"/>
              </a:ext>
            </a:extLst>
          </p:cNvPr>
          <p:cNvSpPr>
            <a:spLocks noGrp="1"/>
          </p:cNvSpPr>
          <p:nvPr>
            <p:ph type="title"/>
          </p:nvPr>
        </p:nvSpPr>
        <p:spPr>
          <a:xfrm>
            <a:off x="623888" y="1033162"/>
            <a:ext cx="10944225" cy="325952"/>
          </a:xfrm>
        </p:spPr>
        <p:txBody>
          <a:bodyPr/>
          <a:lstStyle/>
          <a:p>
            <a:r>
              <a:rPr lang="fr-FR"/>
              <a:t>Ceci est un aperçu du code de vérification reçu par votre collègue et qu’il doit vous communiquer</a:t>
            </a:r>
          </a:p>
        </p:txBody>
      </p:sp>
      <p:sp>
        <p:nvSpPr>
          <p:cNvPr id="6" name="Slide Number Placeholder 5">
            <a:extLst>
              <a:ext uri="{FF2B5EF4-FFF2-40B4-BE49-F238E27FC236}">
                <a16:creationId xmlns:a16="http://schemas.microsoft.com/office/drawing/2014/main" id="{A1B4303B-FA22-7FE6-8CB7-BEA34A38A3F3}"/>
              </a:ext>
            </a:extLst>
          </p:cNvPr>
          <p:cNvSpPr>
            <a:spLocks noGrp="1"/>
          </p:cNvSpPr>
          <p:nvPr>
            <p:ph type="sldNum" sz="quarter" idx="16"/>
          </p:nvPr>
        </p:nvSpPr>
        <p:spPr/>
        <p:txBody>
          <a:bodyPr/>
          <a:lstStyle/>
          <a:p>
            <a:fld id="{FD5E7EB4-4CDF-47BB-AF16-07782904B863}" type="slidenum">
              <a:rPr lang="en-US" smtClean="0"/>
              <a:pPr/>
              <a:t>13</a:t>
            </a:fld>
            <a:endParaRPr lang="en-US"/>
          </a:p>
        </p:txBody>
      </p:sp>
      <p:pic>
        <p:nvPicPr>
          <p:cNvPr id="8" name="Picture 7">
            <a:extLst>
              <a:ext uri="{FF2B5EF4-FFF2-40B4-BE49-F238E27FC236}">
                <a16:creationId xmlns:a16="http://schemas.microsoft.com/office/drawing/2014/main" id="{D4E49AE4-9B69-BB98-F2CB-182BFC341950}"/>
              </a:ext>
            </a:extLst>
          </p:cNvPr>
          <p:cNvPicPr>
            <a:picLocks noChangeAspect="1"/>
          </p:cNvPicPr>
          <p:nvPr/>
        </p:nvPicPr>
        <p:blipFill>
          <a:blip r:embed="rId2"/>
          <a:stretch>
            <a:fillRect/>
          </a:stretch>
        </p:blipFill>
        <p:spPr>
          <a:xfrm>
            <a:off x="2837995" y="1459895"/>
            <a:ext cx="6516009" cy="4820323"/>
          </a:xfrm>
          <a:prstGeom prst="rect">
            <a:avLst/>
          </a:prstGeom>
        </p:spPr>
      </p:pic>
    </p:spTree>
    <p:extLst>
      <p:ext uri="{BB962C8B-B14F-4D97-AF65-F5344CB8AC3E}">
        <p14:creationId xmlns:p14="http://schemas.microsoft.com/office/powerpoint/2010/main" val="1111034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0D0ED6-9AC4-2807-4D1D-3ED4AD4E7DF2}"/>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A8CC74AF-C72E-879E-B31E-4110229D3EB9}"/>
              </a:ext>
            </a:extLst>
          </p:cNvPr>
          <p:cNvSpPr>
            <a:spLocks noGrp="1"/>
          </p:cNvSpPr>
          <p:nvPr>
            <p:ph type="title"/>
          </p:nvPr>
        </p:nvSpPr>
        <p:spPr/>
        <p:txBody>
          <a:bodyPr/>
          <a:lstStyle/>
          <a:p>
            <a:r>
              <a:rPr lang="fr-FR"/>
              <a:t>Entrez le code de vérification et cliquez sur Next</a:t>
            </a:r>
          </a:p>
        </p:txBody>
      </p:sp>
      <p:sp>
        <p:nvSpPr>
          <p:cNvPr id="6" name="Slide Number Placeholder 5">
            <a:extLst>
              <a:ext uri="{FF2B5EF4-FFF2-40B4-BE49-F238E27FC236}">
                <a16:creationId xmlns:a16="http://schemas.microsoft.com/office/drawing/2014/main" id="{65A54D96-24CE-7FFD-123F-F6FF7A3CD152}"/>
              </a:ext>
            </a:extLst>
          </p:cNvPr>
          <p:cNvSpPr>
            <a:spLocks noGrp="1"/>
          </p:cNvSpPr>
          <p:nvPr>
            <p:ph type="sldNum" sz="quarter" idx="16"/>
          </p:nvPr>
        </p:nvSpPr>
        <p:spPr/>
        <p:txBody>
          <a:bodyPr/>
          <a:lstStyle/>
          <a:p>
            <a:fld id="{FD5E7EB4-4CDF-47BB-AF16-07782904B863}" type="slidenum">
              <a:rPr lang="en-US" smtClean="0"/>
              <a:pPr/>
              <a:t>14</a:t>
            </a:fld>
            <a:endParaRPr lang="en-US"/>
          </a:p>
        </p:txBody>
      </p:sp>
      <p:pic>
        <p:nvPicPr>
          <p:cNvPr id="8" name="Picture 7">
            <a:extLst>
              <a:ext uri="{FF2B5EF4-FFF2-40B4-BE49-F238E27FC236}">
                <a16:creationId xmlns:a16="http://schemas.microsoft.com/office/drawing/2014/main" id="{2510A7D1-CC94-18CC-1354-B4A21C29ECC5}"/>
              </a:ext>
            </a:extLst>
          </p:cNvPr>
          <p:cNvPicPr>
            <a:picLocks noChangeAspect="1"/>
          </p:cNvPicPr>
          <p:nvPr/>
        </p:nvPicPr>
        <p:blipFill>
          <a:blip r:embed="rId2"/>
          <a:stretch>
            <a:fillRect/>
          </a:stretch>
        </p:blipFill>
        <p:spPr>
          <a:xfrm>
            <a:off x="2671284" y="1755549"/>
            <a:ext cx="6849431" cy="3934374"/>
          </a:xfrm>
          <a:prstGeom prst="rect">
            <a:avLst/>
          </a:prstGeom>
        </p:spPr>
      </p:pic>
    </p:spTree>
    <p:extLst>
      <p:ext uri="{BB962C8B-B14F-4D97-AF65-F5344CB8AC3E}">
        <p14:creationId xmlns:p14="http://schemas.microsoft.com/office/powerpoint/2010/main" val="769397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30538E-2D50-3D32-A403-17A159F13862}"/>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0D8B0078-12C0-5BA7-3E7F-9914D2CD158E}"/>
              </a:ext>
            </a:extLst>
          </p:cNvPr>
          <p:cNvSpPr>
            <a:spLocks noGrp="1"/>
          </p:cNvSpPr>
          <p:nvPr>
            <p:ph type="title"/>
          </p:nvPr>
        </p:nvSpPr>
        <p:spPr>
          <a:xfrm>
            <a:off x="623887" y="1033162"/>
            <a:ext cx="10944225" cy="325952"/>
          </a:xfrm>
        </p:spPr>
        <p:txBody>
          <a:bodyPr/>
          <a:lstStyle/>
          <a:p>
            <a:r>
              <a:rPr lang="fr-FR"/>
              <a:t>Démarrer la procédure de configuration de votre compte informatique</a:t>
            </a:r>
          </a:p>
        </p:txBody>
      </p:sp>
      <p:sp>
        <p:nvSpPr>
          <p:cNvPr id="6" name="Slide Number Placeholder 5">
            <a:extLst>
              <a:ext uri="{FF2B5EF4-FFF2-40B4-BE49-F238E27FC236}">
                <a16:creationId xmlns:a16="http://schemas.microsoft.com/office/drawing/2014/main" id="{06928905-35B8-9C18-14C4-FFE68E28ED55}"/>
              </a:ext>
            </a:extLst>
          </p:cNvPr>
          <p:cNvSpPr>
            <a:spLocks noGrp="1"/>
          </p:cNvSpPr>
          <p:nvPr>
            <p:ph type="sldNum" sz="quarter" idx="16"/>
          </p:nvPr>
        </p:nvSpPr>
        <p:spPr/>
        <p:txBody>
          <a:bodyPr/>
          <a:lstStyle/>
          <a:p>
            <a:fld id="{FD5E7EB4-4CDF-47BB-AF16-07782904B863}" type="slidenum">
              <a:rPr lang="en-US" smtClean="0"/>
              <a:pPr/>
              <a:t>15</a:t>
            </a:fld>
            <a:endParaRPr lang="en-US"/>
          </a:p>
        </p:txBody>
      </p:sp>
      <p:pic>
        <p:nvPicPr>
          <p:cNvPr id="8" name="Picture 7">
            <a:extLst>
              <a:ext uri="{FF2B5EF4-FFF2-40B4-BE49-F238E27FC236}">
                <a16:creationId xmlns:a16="http://schemas.microsoft.com/office/drawing/2014/main" id="{970CA479-E558-CDE0-A64C-13EEFC038888}"/>
              </a:ext>
            </a:extLst>
          </p:cNvPr>
          <p:cNvPicPr>
            <a:picLocks noChangeAspect="1"/>
          </p:cNvPicPr>
          <p:nvPr/>
        </p:nvPicPr>
        <p:blipFill>
          <a:blip r:embed="rId2"/>
          <a:stretch>
            <a:fillRect/>
          </a:stretch>
        </p:blipFill>
        <p:spPr>
          <a:xfrm>
            <a:off x="2542678" y="1421790"/>
            <a:ext cx="7106642" cy="4896533"/>
          </a:xfrm>
          <a:prstGeom prst="rect">
            <a:avLst/>
          </a:prstGeom>
        </p:spPr>
      </p:pic>
    </p:spTree>
    <p:extLst>
      <p:ext uri="{BB962C8B-B14F-4D97-AF65-F5344CB8AC3E}">
        <p14:creationId xmlns:p14="http://schemas.microsoft.com/office/powerpoint/2010/main" val="1757826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4C2E99-F8CD-376E-37D3-E4C8987BBCAA}"/>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4A0681C7-6A07-535F-50CA-F61FD238F4F5}"/>
              </a:ext>
            </a:extLst>
          </p:cNvPr>
          <p:cNvSpPr>
            <a:spLocks noGrp="1"/>
          </p:cNvSpPr>
          <p:nvPr>
            <p:ph type="title"/>
          </p:nvPr>
        </p:nvSpPr>
        <p:spPr/>
        <p:txBody>
          <a:bodyPr/>
          <a:lstStyle/>
          <a:p>
            <a:r>
              <a:rPr lang="fr-FR"/>
              <a:t>Enregistrez votre appareil</a:t>
            </a:r>
          </a:p>
        </p:txBody>
      </p:sp>
      <p:sp>
        <p:nvSpPr>
          <p:cNvPr id="6" name="Slide Number Placeholder 5">
            <a:extLst>
              <a:ext uri="{FF2B5EF4-FFF2-40B4-BE49-F238E27FC236}">
                <a16:creationId xmlns:a16="http://schemas.microsoft.com/office/drawing/2014/main" id="{674E7AD5-03E0-8855-E8FB-BD72563AE400}"/>
              </a:ext>
            </a:extLst>
          </p:cNvPr>
          <p:cNvSpPr>
            <a:spLocks noGrp="1"/>
          </p:cNvSpPr>
          <p:nvPr>
            <p:ph type="sldNum" sz="quarter" idx="16"/>
          </p:nvPr>
        </p:nvSpPr>
        <p:spPr/>
        <p:txBody>
          <a:bodyPr/>
          <a:lstStyle/>
          <a:p>
            <a:fld id="{FD5E7EB4-4CDF-47BB-AF16-07782904B863}" type="slidenum">
              <a:rPr lang="en-US" smtClean="0"/>
              <a:pPr/>
              <a:t>16</a:t>
            </a:fld>
            <a:endParaRPr lang="en-US"/>
          </a:p>
        </p:txBody>
      </p:sp>
      <p:pic>
        <p:nvPicPr>
          <p:cNvPr id="8" name="Picture 7">
            <a:extLst>
              <a:ext uri="{FF2B5EF4-FFF2-40B4-BE49-F238E27FC236}">
                <a16:creationId xmlns:a16="http://schemas.microsoft.com/office/drawing/2014/main" id="{E240F6D9-231D-2FA4-765B-79003FA31629}"/>
              </a:ext>
            </a:extLst>
          </p:cNvPr>
          <p:cNvPicPr>
            <a:picLocks noChangeAspect="1"/>
          </p:cNvPicPr>
          <p:nvPr/>
        </p:nvPicPr>
        <p:blipFill>
          <a:blip r:embed="rId2"/>
          <a:stretch>
            <a:fillRect/>
          </a:stretch>
        </p:blipFill>
        <p:spPr>
          <a:xfrm>
            <a:off x="1075407" y="2206025"/>
            <a:ext cx="4575641" cy="3882134"/>
          </a:xfrm>
          <a:prstGeom prst="rect">
            <a:avLst/>
          </a:prstGeom>
        </p:spPr>
      </p:pic>
      <p:pic>
        <p:nvPicPr>
          <p:cNvPr id="15" name="Picture 14">
            <a:extLst>
              <a:ext uri="{FF2B5EF4-FFF2-40B4-BE49-F238E27FC236}">
                <a16:creationId xmlns:a16="http://schemas.microsoft.com/office/drawing/2014/main" id="{E648CD90-94A3-9CFD-C19F-B42D35724D03}"/>
              </a:ext>
            </a:extLst>
          </p:cNvPr>
          <p:cNvPicPr>
            <a:picLocks noChangeAspect="1"/>
          </p:cNvPicPr>
          <p:nvPr/>
        </p:nvPicPr>
        <p:blipFill>
          <a:blip r:embed="rId3"/>
          <a:stretch>
            <a:fillRect/>
          </a:stretch>
        </p:blipFill>
        <p:spPr>
          <a:xfrm>
            <a:off x="6540953" y="3242580"/>
            <a:ext cx="2588816" cy="2394280"/>
          </a:xfrm>
          <a:prstGeom prst="rect">
            <a:avLst/>
          </a:prstGeom>
        </p:spPr>
      </p:pic>
      <p:pic>
        <p:nvPicPr>
          <p:cNvPr id="17" name="Picture 16">
            <a:extLst>
              <a:ext uri="{FF2B5EF4-FFF2-40B4-BE49-F238E27FC236}">
                <a16:creationId xmlns:a16="http://schemas.microsoft.com/office/drawing/2014/main" id="{8D9A13D3-5838-7F37-9DCA-E0B1CBED8A6D}"/>
              </a:ext>
            </a:extLst>
          </p:cNvPr>
          <p:cNvPicPr>
            <a:picLocks noChangeAspect="1"/>
          </p:cNvPicPr>
          <p:nvPr/>
        </p:nvPicPr>
        <p:blipFill>
          <a:blip r:embed="rId4"/>
          <a:stretch>
            <a:fillRect/>
          </a:stretch>
        </p:blipFill>
        <p:spPr>
          <a:xfrm>
            <a:off x="9264352" y="3242580"/>
            <a:ext cx="2376264" cy="1684614"/>
          </a:xfrm>
          <a:prstGeom prst="rect">
            <a:avLst/>
          </a:prstGeom>
        </p:spPr>
      </p:pic>
      <p:sp>
        <p:nvSpPr>
          <p:cNvPr id="2" name="TextBox 1">
            <a:extLst>
              <a:ext uri="{FF2B5EF4-FFF2-40B4-BE49-F238E27FC236}">
                <a16:creationId xmlns:a16="http://schemas.microsoft.com/office/drawing/2014/main" id="{F02CB673-A487-0156-B2B1-C8028D5ADD9A}"/>
              </a:ext>
            </a:extLst>
          </p:cNvPr>
          <p:cNvSpPr txBox="1"/>
          <p:nvPr/>
        </p:nvSpPr>
        <p:spPr bwMode="gray">
          <a:xfrm>
            <a:off x="623888" y="1343512"/>
            <a:ext cx="11016728" cy="492443"/>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Rendez-vous dans la table des matières en </a:t>
            </a: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hlinkClick r:id="rId5" action="ppaction://hlinksldjump"/>
              </a:rPr>
              <a:t>cliquant ici </a:t>
            </a: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afin de sélectionner la procédure à suivre selon votre configuration.</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40358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4C3A90-3FAD-03E0-5F1B-32C556C45F29}"/>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B05721EE-110A-D1DD-76C7-69F2C6CDB9C8}"/>
              </a:ext>
            </a:extLst>
          </p:cNvPr>
          <p:cNvSpPr>
            <a:spLocks noGrp="1"/>
          </p:cNvSpPr>
          <p:nvPr>
            <p:ph type="title"/>
          </p:nvPr>
        </p:nvSpPr>
        <p:spPr>
          <a:xfrm>
            <a:off x="623887" y="1086950"/>
            <a:ext cx="10944225" cy="325952"/>
          </a:xfrm>
        </p:spPr>
        <p:txBody>
          <a:bodyPr/>
          <a:lstStyle/>
          <a:p>
            <a:r>
              <a:rPr lang="fr-FR" dirty="0"/>
              <a:t>Remplacer le mot de passe initial de Windows par un mot de passe personnalisé sécurisé.</a:t>
            </a:r>
          </a:p>
        </p:txBody>
      </p:sp>
      <p:sp>
        <p:nvSpPr>
          <p:cNvPr id="5" name="Slide Number Placeholder 4">
            <a:extLst>
              <a:ext uri="{FF2B5EF4-FFF2-40B4-BE49-F238E27FC236}">
                <a16:creationId xmlns:a16="http://schemas.microsoft.com/office/drawing/2014/main" id="{735189ED-511D-9A92-EA74-9B619FCE0098}"/>
              </a:ext>
            </a:extLst>
          </p:cNvPr>
          <p:cNvSpPr>
            <a:spLocks noGrp="1"/>
          </p:cNvSpPr>
          <p:nvPr>
            <p:ph type="sldNum" sz="quarter" idx="16"/>
          </p:nvPr>
        </p:nvSpPr>
        <p:spPr/>
        <p:txBody>
          <a:bodyPr/>
          <a:lstStyle/>
          <a:p>
            <a:fld id="{FD5E7EB4-4CDF-47BB-AF16-07782904B863}" type="slidenum">
              <a:rPr lang="en-US" smtClean="0"/>
              <a:pPr/>
              <a:t>17</a:t>
            </a:fld>
            <a:endParaRPr lang="en-US"/>
          </a:p>
        </p:txBody>
      </p:sp>
      <p:pic>
        <p:nvPicPr>
          <p:cNvPr id="7" name="Picture 6">
            <a:extLst>
              <a:ext uri="{FF2B5EF4-FFF2-40B4-BE49-F238E27FC236}">
                <a16:creationId xmlns:a16="http://schemas.microsoft.com/office/drawing/2014/main" id="{B9805EC6-2867-DC97-307C-F2818CF243FF}"/>
              </a:ext>
            </a:extLst>
          </p:cNvPr>
          <p:cNvPicPr>
            <a:picLocks noChangeAspect="1"/>
          </p:cNvPicPr>
          <p:nvPr/>
        </p:nvPicPr>
        <p:blipFill>
          <a:blip r:embed="rId2"/>
          <a:stretch>
            <a:fillRect/>
          </a:stretch>
        </p:blipFill>
        <p:spPr>
          <a:xfrm>
            <a:off x="3386462" y="1713630"/>
            <a:ext cx="5031397" cy="4667369"/>
          </a:xfrm>
          <a:prstGeom prst="rect">
            <a:avLst/>
          </a:prstGeom>
        </p:spPr>
      </p:pic>
    </p:spTree>
    <p:extLst>
      <p:ext uri="{BB962C8B-B14F-4D97-AF65-F5344CB8AC3E}">
        <p14:creationId xmlns:p14="http://schemas.microsoft.com/office/powerpoint/2010/main" val="2431915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335808-A4D8-5AA4-358A-DC0E6BB848EE}"/>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82BE6B69-2C3B-9C12-DEF1-FF39AC4275C9}"/>
              </a:ext>
            </a:extLst>
          </p:cNvPr>
          <p:cNvSpPr>
            <a:spLocks noGrp="1"/>
          </p:cNvSpPr>
          <p:nvPr>
            <p:ph type="title"/>
          </p:nvPr>
        </p:nvSpPr>
        <p:spPr>
          <a:xfrm>
            <a:off x="623887" y="1143176"/>
            <a:ext cx="10944225" cy="325952"/>
          </a:xfrm>
        </p:spPr>
        <p:txBody>
          <a:bodyPr/>
          <a:lstStyle/>
          <a:p>
            <a:r>
              <a:rPr lang="fr-FR" dirty="0"/>
              <a:t>Vous avez à présent modifié votre mot de passe initial en un mot de passe personnalisé sécurisé</a:t>
            </a:r>
          </a:p>
        </p:txBody>
      </p:sp>
      <p:sp>
        <p:nvSpPr>
          <p:cNvPr id="5" name="Slide Number Placeholder 4">
            <a:extLst>
              <a:ext uri="{FF2B5EF4-FFF2-40B4-BE49-F238E27FC236}">
                <a16:creationId xmlns:a16="http://schemas.microsoft.com/office/drawing/2014/main" id="{92F75008-73BA-1CBA-EA7C-9B61DEC4A2B3}"/>
              </a:ext>
            </a:extLst>
          </p:cNvPr>
          <p:cNvSpPr>
            <a:spLocks noGrp="1"/>
          </p:cNvSpPr>
          <p:nvPr>
            <p:ph type="sldNum" sz="quarter" idx="16"/>
          </p:nvPr>
        </p:nvSpPr>
        <p:spPr/>
        <p:txBody>
          <a:bodyPr/>
          <a:lstStyle/>
          <a:p>
            <a:fld id="{FD5E7EB4-4CDF-47BB-AF16-07782904B863}" type="slidenum">
              <a:rPr lang="en-US" smtClean="0"/>
              <a:pPr/>
              <a:t>18</a:t>
            </a:fld>
            <a:endParaRPr lang="en-US"/>
          </a:p>
        </p:txBody>
      </p:sp>
      <p:pic>
        <p:nvPicPr>
          <p:cNvPr id="7" name="Picture 6">
            <a:extLst>
              <a:ext uri="{FF2B5EF4-FFF2-40B4-BE49-F238E27FC236}">
                <a16:creationId xmlns:a16="http://schemas.microsoft.com/office/drawing/2014/main" id="{0F503BA1-DE40-4911-BE82-5C3B59438ED7}"/>
              </a:ext>
            </a:extLst>
          </p:cNvPr>
          <p:cNvPicPr>
            <a:picLocks noChangeAspect="1"/>
          </p:cNvPicPr>
          <p:nvPr/>
        </p:nvPicPr>
        <p:blipFill>
          <a:blip r:embed="rId2"/>
          <a:stretch>
            <a:fillRect/>
          </a:stretch>
        </p:blipFill>
        <p:spPr>
          <a:xfrm>
            <a:off x="3208562" y="1625025"/>
            <a:ext cx="5192545" cy="4755974"/>
          </a:xfrm>
          <a:prstGeom prst="rect">
            <a:avLst/>
          </a:prstGeom>
        </p:spPr>
      </p:pic>
    </p:spTree>
    <p:extLst>
      <p:ext uri="{BB962C8B-B14F-4D97-AF65-F5344CB8AC3E}">
        <p14:creationId xmlns:p14="http://schemas.microsoft.com/office/powerpoint/2010/main" val="4197204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4FD4-E544-FE8A-741D-EC859B8F2126}"/>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26A3C33A-8691-7CCA-42F3-7FB7F5976920}"/>
              </a:ext>
            </a:extLst>
          </p:cNvPr>
          <p:cNvSpPr>
            <a:spLocks noGrp="1"/>
          </p:cNvSpPr>
          <p:nvPr>
            <p:ph type="title"/>
          </p:nvPr>
        </p:nvSpPr>
        <p:spPr/>
        <p:txBody>
          <a:bodyPr/>
          <a:lstStyle/>
          <a:p>
            <a:r>
              <a:rPr lang="fr-FR" dirty="0"/>
              <a:t>Mail de confirmation de changement de mot de passe</a:t>
            </a:r>
          </a:p>
        </p:txBody>
      </p:sp>
      <p:sp>
        <p:nvSpPr>
          <p:cNvPr id="5" name="Slide Number Placeholder 4">
            <a:extLst>
              <a:ext uri="{FF2B5EF4-FFF2-40B4-BE49-F238E27FC236}">
                <a16:creationId xmlns:a16="http://schemas.microsoft.com/office/drawing/2014/main" id="{CCE6DA6D-7A2F-973A-7274-401076D31958}"/>
              </a:ext>
            </a:extLst>
          </p:cNvPr>
          <p:cNvSpPr>
            <a:spLocks noGrp="1"/>
          </p:cNvSpPr>
          <p:nvPr>
            <p:ph type="sldNum" sz="quarter" idx="16"/>
          </p:nvPr>
        </p:nvSpPr>
        <p:spPr/>
        <p:txBody>
          <a:bodyPr/>
          <a:lstStyle/>
          <a:p>
            <a:fld id="{FD5E7EB4-4CDF-47BB-AF16-07782904B863}" type="slidenum">
              <a:rPr lang="en-US" smtClean="0"/>
              <a:pPr/>
              <a:t>19</a:t>
            </a:fld>
            <a:endParaRPr lang="en-US"/>
          </a:p>
        </p:txBody>
      </p:sp>
      <p:pic>
        <p:nvPicPr>
          <p:cNvPr id="7" name="Picture 6">
            <a:extLst>
              <a:ext uri="{FF2B5EF4-FFF2-40B4-BE49-F238E27FC236}">
                <a16:creationId xmlns:a16="http://schemas.microsoft.com/office/drawing/2014/main" id="{5104AD19-894F-A51D-3388-0ADD1DA91515}"/>
              </a:ext>
            </a:extLst>
          </p:cNvPr>
          <p:cNvPicPr>
            <a:picLocks noChangeAspect="1"/>
          </p:cNvPicPr>
          <p:nvPr/>
        </p:nvPicPr>
        <p:blipFill>
          <a:blip r:embed="rId2"/>
          <a:stretch>
            <a:fillRect/>
          </a:stretch>
        </p:blipFill>
        <p:spPr>
          <a:xfrm>
            <a:off x="2356291" y="1440449"/>
            <a:ext cx="6629948" cy="4940550"/>
          </a:xfrm>
          <a:prstGeom prst="rect">
            <a:avLst/>
          </a:prstGeom>
        </p:spPr>
      </p:pic>
    </p:spTree>
    <p:extLst>
      <p:ext uri="{BB962C8B-B14F-4D97-AF65-F5344CB8AC3E}">
        <p14:creationId xmlns:p14="http://schemas.microsoft.com/office/powerpoint/2010/main" val="191803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8E479BB-0BC8-618F-E440-D129CA4DF00D}"/>
              </a:ext>
            </a:extLst>
          </p:cNvPr>
          <p:cNvSpPr>
            <a:spLocks noGrp="1"/>
          </p:cNvSpPr>
          <p:nvPr>
            <p:ph sz="quarter" idx="14"/>
          </p:nvPr>
        </p:nvSpPr>
        <p:spPr/>
        <p:txBody>
          <a:bodyPr/>
          <a:lstStyle/>
          <a:p>
            <a:pPr>
              <a:buFont typeface="Arial" panose="020B0604020202020204" pitchFamily="34" charset="0"/>
              <a:buChar char="•"/>
            </a:pPr>
            <a:r>
              <a:rPr lang="fr-FR" dirty="0"/>
              <a:t>Rendez-vous dans la partie Azure MFA </a:t>
            </a:r>
            <a:r>
              <a:rPr lang="fr-FR" dirty="0">
                <a:hlinkClick r:id="rId2" action="ppaction://hlinksldjump"/>
              </a:rPr>
              <a:t>en cliquant ici </a:t>
            </a:r>
            <a:r>
              <a:rPr lang="fr-FR" dirty="0"/>
              <a:t>afin de procéder à la configuration.  </a:t>
            </a:r>
          </a:p>
        </p:txBody>
      </p:sp>
      <p:sp>
        <p:nvSpPr>
          <p:cNvPr id="3" name="Text Placeholder 2">
            <a:extLst>
              <a:ext uri="{FF2B5EF4-FFF2-40B4-BE49-F238E27FC236}">
                <a16:creationId xmlns:a16="http://schemas.microsoft.com/office/drawing/2014/main" id="{EA37C209-6A3E-0774-1022-F4A5798301AE}"/>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793247E1-BD76-2231-E359-ADA4C27F3F7B}"/>
              </a:ext>
            </a:extLst>
          </p:cNvPr>
          <p:cNvSpPr>
            <a:spLocks noGrp="1"/>
          </p:cNvSpPr>
          <p:nvPr>
            <p:ph type="title"/>
          </p:nvPr>
        </p:nvSpPr>
        <p:spPr/>
        <p:txBody>
          <a:bodyPr/>
          <a:lstStyle/>
          <a:p>
            <a:r>
              <a:rPr lang="fr-FR" dirty="0"/>
              <a:t>Configuration Azure MFA – Méthode de double authentification SMS</a:t>
            </a:r>
          </a:p>
        </p:txBody>
      </p:sp>
      <p:sp>
        <p:nvSpPr>
          <p:cNvPr id="5" name="Slide Number Placeholder 4">
            <a:extLst>
              <a:ext uri="{FF2B5EF4-FFF2-40B4-BE49-F238E27FC236}">
                <a16:creationId xmlns:a16="http://schemas.microsoft.com/office/drawing/2014/main" id="{AD1C0B7F-742B-0560-3212-A8521074C833}"/>
              </a:ext>
            </a:extLst>
          </p:cNvPr>
          <p:cNvSpPr>
            <a:spLocks noGrp="1"/>
          </p:cNvSpPr>
          <p:nvPr>
            <p:ph type="sldNum" sz="quarter" idx="16"/>
          </p:nvPr>
        </p:nvSpPr>
        <p:spPr/>
        <p:txBody>
          <a:bodyPr/>
          <a:lstStyle/>
          <a:p>
            <a:fld id="{FD5E7EB4-4CDF-47BB-AF16-07782904B863}" type="slidenum">
              <a:rPr lang="en-US" smtClean="0"/>
              <a:pPr/>
              <a:t>20</a:t>
            </a:fld>
            <a:endParaRPr lang="en-US"/>
          </a:p>
        </p:txBody>
      </p:sp>
      <p:pic>
        <p:nvPicPr>
          <p:cNvPr id="8" name="Picture 7">
            <a:extLst>
              <a:ext uri="{FF2B5EF4-FFF2-40B4-BE49-F238E27FC236}">
                <a16:creationId xmlns:a16="http://schemas.microsoft.com/office/drawing/2014/main" id="{338D04A2-7B3A-BFEC-B544-55DD2FCA02C1}"/>
              </a:ext>
            </a:extLst>
          </p:cNvPr>
          <p:cNvPicPr>
            <a:picLocks noChangeAspect="1"/>
          </p:cNvPicPr>
          <p:nvPr/>
        </p:nvPicPr>
        <p:blipFill>
          <a:blip r:embed="rId3"/>
          <a:stretch>
            <a:fillRect/>
          </a:stretch>
        </p:blipFill>
        <p:spPr>
          <a:xfrm>
            <a:off x="1379116" y="2210938"/>
            <a:ext cx="8716591" cy="3762900"/>
          </a:xfrm>
          <a:prstGeom prst="rect">
            <a:avLst/>
          </a:prstGeom>
        </p:spPr>
      </p:pic>
    </p:spTree>
    <p:extLst>
      <p:ext uri="{BB962C8B-B14F-4D97-AF65-F5344CB8AC3E}">
        <p14:creationId xmlns:p14="http://schemas.microsoft.com/office/powerpoint/2010/main" val="1582313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D71B8396-8514-5D85-DD19-99ED8365682E}"/>
              </a:ext>
            </a:extLst>
          </p:cNvPr>
          <p:cNvSpPr>
            <a:spLocks noGrp="1"/>
          </p:cNvSpPr>
          <p:nvPr>
            <p:ph type="subTitle" idx="1"/>
          </p:nvPr>
        </p:nvSpPr>
        <p:spPr/>
        <p:txBody>
          <a:bodyPr/>
          <a:lstStyle/>
          <a:p>
            <a:r>
              <a:rPr lang="fr-FR" dirty="0"/>
              <a:t>A sélectionner selon votre configuration depuis la table des matières </a:t>
            </a:r>
            <a:r>
              <a:rPr lang="fr-FR" dirty="0">
                <a:hlinkClick r:id="rId2" action="ppaction://hlinksldjump"/>
              </a:rPr>
              <a:t>en cliquant ici.</a:t>
            </a:r>
            <a:endParaRPr lang="fr-FR" dirty="0"/>
          </a:p>
        </p:txBody>
      </p:sp>
      <p:sp>
        <p:nvSpPr>
          <p:cNvPr id="7" name="Title 6">
            <a:extLst>
              <a:ext uri="{FF2B5EF4-FFF2-40B4-BE49-F238E27FC236}">
                <a16:creationId xmlns:a16="http://schemas.microsoft.com/office/drawing/2014/main" id="{28DA2363-9A00-4646-7EDF-4FA37002F143}"/>
              </a:ext>
            </a:extLst>
          </p:cNvPr>
          <p:cNvSpPr>
            <a:spLocks noGrp="1"/>
          </p:cNvSpPr>
          <p:nvPr>
            <p:ph type="ctrTitle"/>
          </p:nvPr>
        </p:nvSpPr>
        <p:spPr/>
        <p:txBody>
          <a:bodyPr/>
          <a:lstStyle/>
          <a:p>
            <a:r>
              <a:rPr lang="fr-FR" dirty="0"/>
              <a:t>Différents scénarios</a:t>
            </a:r>
          </a:p>
        </p:txBody>
      </p:sp>
      <p:sp>
        <p:nvSpPr>
          <p:cNvPr id="10" name="Picture Placeholder 9">
            <a:extLst>
              <a:ext uri="{FF2B5EF4-FFF2-40B4-BE49-F238E27FC236}">
                <a16:creationId xmlns:a16="http://schemas.microsoft.com/office/drawing/2014/main" id="{5B76F8A0-2A54-D05D-5AB3-E7B81375BC9D}"/>
              </a:ext>
            </a:extLst>
          </p:cNvPr>
          <p:cNvSpPr>
            <a:spLocks noGrp="1"/>
          </p:cNvSpPr>
          <p:nvPr>
            <p:ph type="pic" sz="quarter" idx="12"/>
          </p:nvPr>
        </p:nvSpPr>
        <p:spPr/>
      </p:sp>
      <p:sp>
        <p:nvSpPr>
          <p:cNvPr id="11" name="Text Placeholder 10">
            <a:extLst>
              <a:ext uri="{FF2B5EF4-FFF2-40B4-BE49-F238E27FC236}">
                <a16:creationId xmlns:a16="http://schemas.microsoft.com/office/drawing/2014/main" id="{4D5FCB90-9A6D-D73E-D70A-8F63AD7A13F1}"/>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2440629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0BD618-96C0-2C64-D9B3-CE8F39BCEDAB}"/>
              </a:ext>
            </a:extLst>
          </p:cNvPr>
          <p:cNvPicPr>
            <a:picLocks noChangeAspect="1"/>
          </p:cNvPicPr>
          <p:nvPr/>
        </p:nvPicPr>
        <p:blipFill>
          <a:blip r:embed="rId6"/>
          <a:stretch>
            <a:fillRect/>
          </a:stretch>
        </p:blipFill>
        <p:spPr>
          <a:xfrm>
            <a:off x="2639616" y="2203438"/>
            <a:ext cx="3105583" cy="1790950"/>
          </a:xfrm>
          <a:prstGeom prst="rect">
            <a:avLst/>
          </a:prstGeom>
        </p:spPr>
      </p:pic>
      <p:pic>
        <p:nvPicPr>
          <p:cNvPr id="13" name="Picture 12">
            <a:extLst>
              <a:ext uri="{FF2B5EF4-FFF2-40B4-BE49-F238E27FC236}">
                <a16:creationId xmlns:a16="http://schemas.microsoft.com/office/drawing/2014/main" id="{E0A34B79-2B1C-F24B-A803-A49B78BAFFB2}"/>
              </a:ext>
            </a:extLst>
          </p:cNvPr>
          <p:cNvPicPr>
            <a:picLocks noChangeAspect="1"/>
          </p:cNvPicPr>
          <p:nvPr/>
        </p:nvPicPr>
        <p:blipFill>
          <a:blip r:embed="rId7"/>
          <a:stretch>
            <a:fillRect/>
          </a:stretch>
        </p:blipFill>
        <p:spPr>
          <a:xfrm>
            <a:off x="2639616" y="4293319"/>
            <a:ext cx="3229426" cy="1914792"/>
          </a:xfrm>
          <a:prstGeom prst="rect">
            <a:avLst/>
          </a:prstGeom>
        </p:spPr>
      </p:pic>
      <p:sp>
        <p:nvSpPr>
          <p:cNvPr id="3" name="Text Placeholder 2">
            <a:extLst>
              <a:ext uri="{FF2B5EF4-FFF2-40B4-BE49-F238E27FC236}">
                <a16:creationId xmlns:a16="http://schemas.microsoft.com/office/drawing/2014/main" id="{4D9390F9-E58D-5A4A-4209-4AB47CE9F4FD}"/>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C60C58A6-AAFF-E201-B068-2BB604290556}"/>
              </a:ext>
            </a:extLst>
          </p:cNvPr>
          <p:cNvSpPr>
            <a:spLocks noGrp="1"/>
          </p:cNvSpPr>
          <p:nvPr>
            <p:ph type="title"/>
          </p:nvPr>
        </p:nvSpPr>
        <p:spPr>
          <a:xfrm>
            <a:off x="623888" y="1068200"/>
            <a:ext cx="10944225" cy="325952"/>
          </a:xfrm>
        </p:spPr>
        <p:txBody>
          <a:bodyPr/>
          <a:lstStyle/>
          <a:p>
            <a:r>
              <a:rPr lang="fr-FR" dirty="0"/>
              <a:t>Vous êtes employé Merck (MUID) et disposez d’un PC Merck ainsi qu’un iPhone Merck</a:t>
            </a:r>
          </a:p>
        </p:txBody>
      </p:sp>
      <p:sp>
        <p:nvSpPr>
          <p:cNvPr id="6" name="Slide Number Placeholder 5">
            <a:extLst>
              <a:ext uri="{FF2B5EF4-FFF2-40B4-BE49-F238E27FC236}">
                <a16:creationId xmlns:a16="http://schemas.microsoft.com/office/drawing/2014/main" id="{4B00E65A-EE1B-C56E-D134-668F333F9B3A}"/>
              </a:ext>
            </a:extLst>
          </p:cNvPr>
          <p:cNvSpPr>
            <a:spLocks noGrp="1"/>
          </p:cNvSpPr>
          <p:nvPr>
            <p:ph type="sldNum" sz="quarter" idx="16"/>
          </p:nvPr>
        </p:nvSpPr>
        <p:spPr/>
        <p:txBody>
          <a:bodyPr/>
          <a:lstStyle/>
          <a:p>
            <a:fld id="{FD5E7EB4-4CDF-47BB-AF16-07782904B863}" type="slidenum">
              <a:rPr lang="en-US" smtClean="0"/>
              <a:pPr/>
              <a:t>22</a:t>
            </a:fld>
            <a:endParaRPr lang="en-US"/>
          </a:p>
        </p:txBody>
      </p:sp>
      <p:pic>
        <p:nvPicPr>
          <p:cNvPr id="10" name="Picture 9">
            <a:extLst>
              <a:ext uri="{FF2B5EF4-FFF2-40B4-BE49-F238E27FC236}">
                <a16:creationId xmlns:a16="http://schemas.microsoft.com/office/drawing/2014/main" id="{4DE771CD-9D31-ABBE-05B1-AC9B5E6AAA94}"/>
              </a:ext>
            </a:extLst>
          </p:cNvPr>
          <p:cNvPicPr>
            <a:picLocks noChangeAspect="1"/>
          </p:cNvPicPr>
          <p:nvPr/>
        </p:nvPicPr>
        <p:blipFill>
          <a:blip r:embed="rId8"/>
          <a:stretch>
            <a:fillRect/>
          </a:stretch>
        </p:blipFill>
        <p:spPr>
          <a:xfrm>
            <a:off x="6500790" y="2274719"/>
            <a:ext cx="3096057" cy="1629002"/>
          </a:xfrm>
          <a:prstGeom prst="rect">
            <a:avLst/>
          </a:prstGeom>
        </p:spPr>
      </p:pic>
      <p:sp>
        <p:nvSpPr>
          <p:cNvPr id="11" name="Freeform 116 (2)">
            <a:extLst>
              <a:ext uri="{FF2B5EF4-FFF2-40B4-BE49-F238E27FC236}">
                <a16:creationId xmlns:a16="http://schemas.microsoft.com/office/drawing/2014/main" id="{8E840574-2255-7B00-2696-49BDEF1E778D}"/>
              </a:ext>
            </a:extLst>
          </p:cNvPr>
          <p:cNvSpPr>
            <a:spLocks/>
          </p:cNvSpPr>
          <p:nvPr>
            <p:custDataLst>
              <p:tags r:id="rId1"/>
            </p:custDataLst>
          </p:nvPr>
        </p:nvSpPr>
        <p:spPr bwMode="auto">
          <a:xfrm>
            <a:off x="1867086" y="2784059"/>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2" name="Freeform 116 (2)">
            <a:extLst>
              <a:ext uri="{FF2B5EF4-FFF2-40B4-BE49-F238E27FC236}">
                <a16:creationId xmlns:a16="http://schemas.microsoft.com/office/drawing/2014/main" id="{707849AF-0DDC-77CF-C9DF-1235899D4EF0}"/>
              </a:ext>
            </a:extLst>
          </p:cNvPr>
          <p:cNvSpPr>
            <a:spLocks/>
          </p:cNvSpPr>
          <p:nvPr>
            <p:custDataLst>
              <p:tags r:id="rId2"/>
            </p:custDataLst>
          </p:nvPr>
        </p:nvSpPr>
        <p:spPr bwMode="auto">
          <a:xfrm>
            <a:off x="6002052" y="2784059"/>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pic>
        <p:nvPicPr>
          <p:cNvPr id="14" name="Picture 13">
            <a:extLst>
              <a:ext uri="{FF2B5EF4-FFF2-40B4-BE49-F238E27FC236}">
                <a16:creationId xmlns:a16="http://schemas.microsoft.com/office/drawing/2014/main" id="{09348346-BD7A-8B06-84E2-CA95CE22D57E}"/>
              </a:ext>
            </a:extLst>
          </p:cNvPr>
          <p:cNvPicPr>
            <a:picLocks noChangeAspect="1"/>
          </p:cNvPicPr>
          <p:nvPr/>
        </p:nvPicPr>
        <p:blipFill>
          <a:blip r:embed="rId9"/>
          <a:stretch>
            <a:fillRect/>
          </a:stretch>
        </p:blipFill>
        <p:spPr>
          <a:xfrm>
            <a:off x="6633800" y="4321850"/>
            <a:ext cx="3153215" cy="1686160"/>
          </a:xfrm>
          <a:prstGeom prst="rect">
            <a:avLst/>
          </a:prstGeom>
        </p:spPr>
      </p:pic>
      <p:sp>
        <p:nvSpPr>
          <p:cNvPr id="15" name="Freeform 116 (2)">
            <a:extLst>
              <a:ext uri="{FF2B5EF4-FFF2-40B4-BE49-F238E27FC236}">
                <a16:creationId xmlns:a16="http://schemas.microsoft.com/office/drawing/2014/main" id="{433DC3A2-C05F-9DA9-FE0F-90D70F705AC6}"/>
              </a:ext>
            </a:extLst>
          </p:cNvPr>
          <p:cNvSpPr>
            <a:spLocks/>
          </p:cNvSpPr>
          <p:nvPr>
            <p:custDataLst>
              <p:tags r:id="rId3"/>
            </p:custDataLst>
          </p:nvPr>
        </p:nvSpPr>
        <p:spPr bwMode="auto">
          <a:xfrm>
            <a:off x="1873238" y="5085334"/>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6" name="Freeform 116 (2)">
            <a:extLst>
              <a:ext uri="{FF2B5EF4-FFF2-40B4-BE49-F238E27FC236}">
                <a16:creationId xmlns:a16="http://schemas.microsoft.com/office/drawing/2014/main" id="{49AF22E6-8325-8E75-4E61-B12B5AF54F45}"/>
              </a:ext>
            </a:extLst>
          </p:cNvPr>
          <p:cNvSpPr>
            <a:spLocks/>
          </p:cNvSpPr>
          <p:nvPr>
            <p:custDataLst>
              <p:tags r:id="rId4"/>
            </p:custDataLst>
          </p:nvPr>
        </p:nvSpPr>
        <p:spPr bwMode="auto">
          <a:xfrm>
            <a:off x="6002052" y="5085334"/>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2" name="Content Placeholder 1">
            <a:extLst>
              <a:ext uri="{FF2B5EF4-FFF2-40B4-BE49-F238E27FC236}">
                <a16:creationId xmlns:a16="http://schemas.microsoft.com/office/drawing/2014/main" id="{1B5B2E82-4F58-5675-1369-A3C0D3A190E4}"/>
              </a:ext>
            </a:extLst>
          </p:cNvPr>
          <p:cNvSpPr>
            <a:spLocks noGrp="1"/>
          </p:cNvSpPr>
          <p:nvPr>
            <p:ph sz="quarter" idx="14"/>
          </p:nvPr>
        </p:nvSpPr>
        <p:spPr>
          <a:xfrm>
            <a:off x="623886" y="1540086"/>
            <a:ext cx="10944227" cy="4893523"/>
          </a:xfrm>
        </p:spPr>
        <p:txBody>
          <a:bodyPr/>
          <a:lstStyle/>
          <a:p>
            <a:pPr marL="342900" indent="-342900">
              <a:buFont typeface="+mj-lt"/>
              <a:buAutoNum type="arabicPeriod"/>
            </a:pPr>
            <a:r>
              <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Rendez-vous sur </a:t>
            </a:r>
            <a:r>
              <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10"/>
              </a:rPr>
              <a:t>https://me.merckgroup.com/userguide</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dirty="0">
                <a:solidFill>
                  <a:srgbClr val="000000"/>
                </a:solidFill>
              </a:rPr>
              <a:t>Suivez la procédure en sélectionnant Windows et Windows Hello PIN:</a:t>
            </a: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Suivez ensuite la procédure en sélectionnant iOS et </a:t>
            </a:r>
            <a:r>
              <a:rPr lang="fr-FR" dirty="0" err="1">
                <a:solidFill>
                  <a:srgbClr val="000000"/>
                </a:solidFill>
              </a:rPr>
              <a:t>Touch</a:t>
            </a:r>
            <a:r>
              <a:rPr lang="fr-FR" dirty="0">
                <a:solidFill>
                  <a:srgbClr val="000000"/>
                </a:solidFill>
              </a:rPr>
              <a:t> ID afin d’enregistrer votre deuxième appareil:</a:t>
            </a:r>
          </a:p>
          <a:p>
            <a:pPr marL="342900" indent="-342900">
              <a:buFont typeface="+mj-lt"/>
              <a:buAutoNum type="arabicPeriod"/>
            </a:pP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Retour à l’étape </a:t>
            </a:r>
            <a:r>
              <a:rPr lang="fr-FR" dirty="0">
                <a:hlinkClick r:id="rId11" action="ppaction://hlinksldjump"/>
              </a:rPr>
              <a:t>Remplacer le mot de passe initial de Windows par un mot de passe personnalisé sécurisé.</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p:txBody>
      </p:sp>
    </p:spTree>
    <p:extLst>
      <p:ext uri="{BB962C8B-B14F-4D97-AF65-F5344CB8AC3E}">
        <p14:creationId xmlns:p14="http://schemas.microsoft.com/office/powerpoint/2010/main" val="2724192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36F4552-DDE6-BF89-8822-27A2F1DEC5AC}"/>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26FCA9DC-3711-85C2-5346-8A4E14C87C21}"/>
              </a:ext>
            </a:extLst>
          </p:cNvPr>
          <p:cNvSpPr>
            <a:spLocks noGrp="1"/>
          </p:cNvSpPr>
          <p:nvPr>
            <p:ph type="title"/>
          </p:nvPr>
        </p:nvSpPr>
        <p:spPr>
          <a:xfrm>
            <a:off x="623886" y="1092524"/>
            <a:ext cx="10944225" cy="325952"/>
          </a:xfrm>
        </p:spPr>
        <p:txBody>
          <a:bodyPr/>
          <a:lstStyle/>
          <a:p>
            <a:r>
              <a:rPr lang="fr-FR" dirty="0"/>
              <a:t>Vous êtes employé Merck (MUID) et disposez d’un PC Merck uniquement</a:t>
            </a:r>
          </a:p>
        </p:txBody>
      </p:sp>
      <p:sp>
        <p:nvSpPr>
          <p:cNvPr id="5" name="Slide Number Placeholder 4">
            <a:extLst>
              <a:ext uri="{FF2B5EF4-FFF2-40B4-BE49-F238E27FC236}">
                <a16:creationId xmlns:a16="http://schemas.microsoft.com/office/drawing/2014/main" id="{914F4085-5AC4-D0C4-D96F-B5DA2D459232}"/>
              </a:ext>
            </a:extLst>
          </p:cNvPr>
          <p:cNvSpPr>
            <a:spLocks noGrp="1"/>
          </p:cNvSpPr>
          <p:nvPr>
            <p:ph type="sldNum" sz="quarter" idx="16"/>
          </p:nvPr>
        </p:nvSpPr>
        <p:spPr/>
        <p:txBody>
          <a:bodyPr/>
          <a:lstStyle/>
          <a:p>
            <a:fld id="{FD5E7EB4-4CDF-47BB-AF16-07782904B863}" type="slidenum">
              <a:rPr lang="en-US" smtClean="0"/>
              <a:pPr/>
              <a:t>23</a:t>
            </a:fld>
            <a:endParaRPr lang="en-US"/>
          </a:p>
        </p:txBody>
      </p:sp>
      <p:sp>
        <p:nvSpPr>
          <p:cNvPr id="6" name="Content Placeholder 1">
            <a:extLst>
              <a:ext uri="{FF2B5EF4-FFF2-40B4-BE49-F238E27FC236}">
                <a16:creationId xmlns:a16="http://schemas.microsoft.com/office/drawing/2014/main" id="{009B424E-D685-30D9-8F12-340B1C4CF507}"/>
              </a:ext>
            </a:extLst>
          </p:cNvPr>
          <p:cNvSpPr>
            <a:spLocks noGrp="1"/>
          </p:cNvSpPr>
          <p:nvPr>
            <p:ph sz="quarter" idx="14"/>
          </p:nvPr>
        </p:nvSpPr>
        <p:spPr>
          <a:xfrm>
            <a:off x="623886" y="1540086"/>
            <a:ext cx="10944227" cy="4893523"/>
          </a:xfrm>
        </p:spPr>
        <p:txBody>
          <a:bodyPr/>
          <a:lstStyle/>
          <a:p>
            <a:pPr marL="342900" indent="-342900">
              <a:buFont typeface="+mj-lt"/>
              <a:buAutoNum type="arabicPeriod"/>
            </a:pPr>
            <a:r>
              <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Rendez-vous sur </a:t>
            </a:r>
            <a:r>
              <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5"/>
              </a:rPr>
              <a:t>https://me.merckgroup.com/userguide</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dirty="0">
                <a:solidFill>
                  <a:srgbClr val="000000"/>
                </a:solidFill>
              </a:rPr>
              <a:t>Suivez la procédure en sélectionnant Windows et Windows Hello PIN:</a:t>
            </a: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Retour à l’étape </a:t>
            </a:r>
            <a:r>
              <a:rPr lang="fr-FR" dirty="0">
                <a:hlinkClick r:id="rId6" action="ppaction://hlinksldjump"/>
              </a:rPr>
              <a:t>Remplacer le mot de passe initial de Windows par un mot de passe personnalisé sécurisé.</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p:txBody>
      </p:sp>
      <p:pic>
        <p:nvPicPr>
          <p:cNvPr id="7" name="Picture 6">
            <a:extLst>
              <a:ext uri="{FF2B5EF4-FFF2-40B4-BE49-F238E27FC236}">
                <a16:creationId xmlns:a16="http://schemas.microsoft.com/office/drawing/2014/main" id="{BA1DB8AF-DA74-47B4-2D60-AAAA51521FB7}"/>
              </a:ext>
            </a:extLst>
          </p:cNvPr>
          <p:cNvPicPr>
            <a:picLocks noChangeAspect="1"/>
          </p:cNvPicPr>
          <p:nvPr/>
        </p:nvPicPr>
        <p:blipFill>
          <a:blip r:embed="rId7"/>
          <a:stretch>
            <a:fillRect/>
          </a:stretch>
        </p:blipFill>
        <p:spPr>
          <a:xfrm>
            <a:off x="2639616" y="2203438"/>
            <a:ext cx="3105583" cy="1790950"/>
          </a:xfrm>
          <a:prstGeom prst="rect">
            <a:avLst/>
          </a:prstGeom>
        </p:spPr>
      </p:pic>
      <p:pic>
        <p:nvPicPr>
          <p:cNvPr id="8" name="Picture 7">
            <a:extLst>
              <a:ext uri="{FF2B5EF4-FFF2-40B4-BE49-F238E27FC236}">
                <a16:creationId xmlns:a16="http://schemas.microsoft.com/office/drawing/2014/main" id="{DD2CD165-CC54-1F7C-EAB6-A1F8F12DAD38}"/>
              </a:ext>
            </a:extLst>
          </p:cNvPr>
          <p:cNvPicPr>
            <a:picLocks noChangeAspect="1"/>
          </p:cNvPicPr>
          <p:nvPr/>
        </p:nvPicPr>
        <p:blipFill>
          <a:blip r:embed="rId8"/>
          <a:stretch>
            <a:fillRect/>
          </a:stretch>
        </p:blipFill>
        <p:spPr>
          <a:xfrm>
            <a:off x="6500790" y="2274719"/>
            <a:ext cx="3096057" cy="1629002"/>
          </a:xfrm>
          <a:prstGeom prst="rect">
            <a:avLst/>
          </a:prstGeom>
        </p:spPr>
      </p:pic>
      <p:sp>
        <p:nvSpPr>
          <p:cNvPr id="9" name="Freeform 116 (2)">
            <a:extLst>
              <a:ext uri="{FF2B5EF4-FFF2-40B4-BE49-F238E27FC236}">
                <a16:creationId xmlns:a16="http://schemas.microsoft.com/office/drawing/2014/main" id="{8139E99F-804B-1D07-37CF-73DA5DB0C6AB}"/>
              </a:ext>
            </a:extLst>
          </p:cNvPr>
          <p:cNvSpPr>
            <a:spLocks/>
          </p:cNvSpPr>
          <p:nvPr>
            <p:custDataLst>
              <p:tags r:id="rId1"/>
            </p:custDataLst>
          </p:nvPr>
        </p:nvSpPr>
        <p:spPr bwMode="auto">
          <a:xfrm>
            <a:off x="1867086" y="2784059"/>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0" name="Freeform 116 (2)">
            <a:extLst>
              <a:ext uri="{FF2B5EF4-FFF2-40B4-BE49-F238E27FC236}">
                <a16:creationId xmlns:a16="http://schemas.microsoft.com/office/drawing/2014/main" id="{34294096-DA37-3CB0-C53F-9EB8936FB7E8}"/>
              </a:ext>
            </a:extLst>
          </p:cNvPr>
          <p:cNvSpPr>
            <a:spLocks/>
          </p:cNvSpPr>
          <p:nvPr>
            <p:custDataLst>
              <p:tags r:id="rId2"/>
            </p:custDataLst>
          </p:nvPr>
        </p:nvSpPr>
        <p:spPr bwMode="auto">
          <a:xfrm>
            <a:off x="6002052" y="2784059"/>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1" name="TextBox 10">
            <a:extLst>
              <a:ext uri="{FF2B5EF4-FFF2-40B4-BE49-F238E27FC236}">
                <a16:creationId xmlns:a16="http://schemas.microsoft.com/office/drawing/2014/main" id="{4D3158A2-1E64-9F77-6048-03960312AF86}"/>
              </a:ext>
            </a:extLst>
          </p:cNvPr>
          <p:cNvSpPr txBox="1"/>
          <p:nvPr/>
        </p:nvSpPr>
        <p:spPr bwMode="gray">
          <a:xfrm>
            <a:off x="1494865" y="5012129"/>
            <a:ext cx="9663953" cy="738664"/>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Il est préférable d’enregistrer un moins deux appareils (p. ex., téléphone mobile ou clé de sécurité). Le deuxième appareil fait office de secours, si l’un des deux est défectueux ou perdu.</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2" name="Idea">
            <a:extLst>
              <a:ext uri="{FF2B5EF4-FFF2-40B4-BE49-F238E27FC236}">
                <a16:creationId xmlns:a16="http://schemas.microsoft.com/office/drawing/2014/main" id="{A673F8BE-07AF-8B12-37A1-A431341FF2F6}"/>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5345" y="5081919"/>
            <a:ext cx="519488" cy="519488"/>
          </a:xfrm>
          <a:prstGeom prst="rect">
            <a:avLst/>
          </a:prstGeom>
        </p:spPr>
      </p:pic>
    </p:spTree>
    <p:extLst>
      <p:ext uri="{BB962C8B-B14F-4D97-AF65-F5344CB8AC3E}">
        <p14:creationId xmlns:p14="http://schemas.microsoft.com/office/powerpoint/2010/main" val="1489475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CE5F1F8-8FA6-ED53-52FF-115FDC11F5FC}"/>
              </a:ext>
            </a:extLst>
          </p:cNvPr>
          <p:cNvPicPr>
            <a:picLocks noChangeAspect="1"/>
          </p:cNvPicPr>
          <p:nvPr/>
        </p:nvPicPr>
        <p:blipFill>
          <a:blip r:embed="rId8"/>
          <a:stretch>
            <a:fillRect/>
          </a:stretch>
        </p:blipFill>
        <p:spPr>
          <a:xfrm>
            <a:off x="7437451" y="3611502"/>
            <a:ext cx="1915880" cy="1826510"/>
          </a:xfrm>
          <a:prstGeom prst="rect">
            <a:avLst/>
          </a:prstGeom>
        </p:spPr>
      </p:pic>
      <p:pic>
        <p:nvPicPr>
          <p:cNvPr id="12" name="Picture 11">
            <a:extLst>
              <a:ext uri="{FF2B5EF4-FFF2-40B4-BE49-F238E27FC236}">
                <a16:creationId xmlns:a16="http://schemas.microsoft.com/office/drawing/2014/main" id="{4DF87947-0A8A-A9D7-0244-BAFA751BDC80}"/>
              </a:ext>
            </a:extLst>
          </p:cNvPr>
          <p:cNvPicPr>
            <a:picLocks noChangeAspect="1"/>
          </p:cNvPicPr>
          <p:nvPr/>
        </p:nvPicPr>
        <p:blipFill>
          <a:blip r:embed="rId9"/>
          <a:stretch>
            <a:fillRect/>
          </a:stretch>
        </p:blipFill>
        <p:spPr>
          <a:xfrm>
            <a:off x="5844928" y="2098568"/>
            <a:ext cx="2311184" cy="1216038"/>
          </a:xfrm>
          <a:prstGeom prst="rect">
            <a:avLst/>
          </a:prstGeom>
        </p:spPr>
      </p:pic>
      <p:pic>
        <p:nvPicPr>
          <p:cNvPr id="11" name="Picture 10">
            <a:extLst>
              <a:ext uri="{FF2B5EF4-FFF2-40B4-BE49-F238E27FC236}">
                <a16:creationId xmlns:a16="http://schemas.microsoft.com/office/drawing/2014/main" id="{3A3E706F-301D-0671-50D1-6E3059F3B48B}"/>
              </a:ext>
            </a:extLst>
          </p:cNvPr>
          <p:cNvPicPr>
            <a:picLocks noChangeAspect="1"/>
          </p:cNvPicPr>
          <p:nvPr/>
        </p:nvPicPr>
        <p:blipFill>
          <a:blip r:embed="rId10"/>
          <a:stretch>
            <a:fillRect/>
          </a:stretch>
        </p:blipFill>
        <p:spPr>
          <a:xfrm>
            <a:off x="2594794" y="2071674"/>
            <a:ext cx="2290971" cy="1321174"/>
          </a:xfrm>
          <a:prstGeom prst="rect">
            <a:avLst/>
          </a:prstGeom>
        </p:spPr>
      </p:pic>
      <p:sp>
        <p:nvSpPr>
          <p:cNvPr id="3" name="Text Placeholder 2">
            <a:extLst>
              <a:ext uri="{FF2B5EF4-FFF2-40B4-BE49-F238E27FC236}">
                <a16:creationId xmlns:a16="http://schemas.microsoft.com/office/drawing/2014/main" id="{B1331925-F5CD-883D-ED62-FBF90A1FFA37}"/>
              </a:ext>
            </a:extLst>
          </p:cNvPr>
          <p:cNvSpPr>
            <a:spLocks noGrp="1"/>
          </p:cNvSpPr>
          <p:nvPr>
            <p:ph type="body" sz="quarter" idx="13"/>
          </p:nvPr>
        </p:nvSpPr>
        <p:spPr/>
        <p:txBody>
          <a:bodyPr/>
          <a:lstStyle/>
          <a:p>
            <a:r>
              <a:rPr lang="fr-FR"/>
              <a:t>Passkey</a:t>
            </a:r>
          </a:p>
        </p:txBody>
      </p:sp>
      <p:sp>
        <p:nvSpPr>
          <p:cNvPr id="4" name="Title 3">
            <a:extLst>
              <a:ext uri="{FF2B5EF4-FFF2-40B4-BE49-F238E27FC236}">
                <a16:creationId xmlns:a16="http://schemas.microsoft.com/office/drawing/2014/main" id="{D4039D7C-EFEC-6A7A-475E-78C059B6254D}"/>
              </a:ext>
            </a:extLst>
          </p:cNvPr>
          <p:cNvSpPr>
            <a:spLocks noGrp="1"/>
          </p:cNvSpPr>
          <p:nvPr>
            <p:ph type="title"/>
          </p:nvPr>
        </p:nvSpPr>
        <p:spPr>
          <a:xfrm>
            <a:off x="623887" y="1036397"/>
            <a:ext cx="10944225" cy="325952"/>
          </a:xfrm>
        </p:spPr>
        <p:txBody>
          <a:bodyPr/>
          <a:lstStyle/>
          <a:p>
            <a:r>
              <a:rPr lang="fr-FR" dirty="0"/>
              <a:t>Vous êtes employé Merck (MUID) et disposez d’un PC Merck uniquement et acceptez d’activer un appareil mobile personnel</a:t>
            </a:r>
          </a:p>
        </p:txBody>
      </p:sp>
      <p:sp>
        <p:nvSpPr>
          <p:cNvPr id="6" name="Slide Number Placeholder 5">
            <a:extLst>
              <a:ext uri="{FF2B5EF4-FFF2-40B4-BE49-F238E27FC236}">
                <a16:creationId xmlns:a16="http://schemas.microsoft.com/office/drawing/2014/main" id="{72AF65CA-7869-69C4-FCAB-DE3050922330}"/>
              </a:ext>
            </a:extLst>
          </p:cNvPr>
          <p:cNvSpPr>
            <a:spLocks noGrp="1"/>
          </p:cNvSpPr>
          <p:nvPr>
            <p:ph type="sldNum" sz="quarter" idx="16"/>
          </p:nvPr>
        </p:nvSpPr>
        <p:spPr/>
        <p:txBody>
          <a:bodyPr/>
          <a:lstStyle/>
          <a:p>
            <a:fld id="{FD5E7EB4-4CDF-47BB-AF16-07782904B863}" type="slidenum">
              <a:rPr lang="en-US" smtClean="0"/>
              <a:pPr/>
              <a:t>24</a:t>
            </a:fld>
            <a:endParaRPr lang="en-US"/>
          </a:p>
        </p:txBody>
      </p:sp>
      <p:sp>
        <p:nvSpPr>
          <p:cNvPr id="13" name="Freeform 116 (2)">
            <a:extLst>
              <a:ext uri="{FF2B5EF4-FFF2-40B4-BE49-F238E27FC236}">
                <a16:creationId xmlns:a16="http://schemas.microsoft.com/office/drawing/2014/main" id="{A6F1A40B-5E71-8F92-AEC2-07A90147E207}"/>
              </a:ext>
            </a:extLst>
          </p:cNvPr>
          <p:cNvSpPr>
            <a:spLocks/>
          </p:cNvSpPr>
          <p:nvPr>
            <p:custDataLst>
              <p:tags r:id="rId1"/>
            </p:custDataLst>
          </p:nvPr>
        </p:nvSpPr>
        <p:spPr bwMode="auto">
          <a:xfrm>
            <a:off x="1864601" y="2491819"/>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4" name="Freeform 116 (2)">
            <a:extLst>
              <a:ext uri="{FF2B5EF4-FFF2-40B4-BE49-F238E27FC236}">
                <a16:creationId xmlns:a16="http://schemas.microsoft.com/office/drawing/2014/main" id="{51F2D583-EDB7-0272-F8AB-10802896D700}"/>
              </a:ext>
            </a:extLst>
          </p:cNvPr>
          <p:cNvSpPr>
            <a:spLocks/>
          </p:cNvSpPr>
          <p:nvPr>
            <p:custDataLst>
              <p:tags r:id="rId2"/>
            </p:custDataLst>
          </p:nvPr>
        </p:nvSpPr>
        <p:spPr bwMode="auto">
          <a:xfrm>
            <a:off x="5114735" y="2485797"/>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5" name="TextBox 14">
            <a:extLst>
              <a:ext uri="{FF2B5EF4-FFF2-40B4-BE49-F238E27FC236}">
                <a16:creationId xmlns:a16="http://schemas.microsoft.com/office/drawing/2014/main" id="{FA2EA432-E4FB-6CE7-8F43-637A98764D74}"/>
              </a:ext>
            </a:extLst>
          </p:cNvPr>
          <p:cNvSpPr txBox="1"/>
          <p:nvPr/>
        </p:nvSpPr>
        <p:spPr bwMode="gray">
          <a:xfrm>
            <a:off x="1342465" y="5968810"/>
            <a:ext cx="9663953" cy="492443"/>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En activant l’option Passkey sur votre mobile personnel, </a:t>
            </a:r>
            <a:r>
              <a:rPr lang="fr-FR" sz="1600" b="1" dirty="0">
                <a:solidFill>
                  <a:schemeClr val="accent1"/>
                </a:solidFill>
                <a:latin typeface="Verdana" panose="020B0604030504040204" pitchFamily="34" charset="0"/>
                <a:ea typeface="Verdana" panose="020B0604030504040204" pitchFamily="34" charset="0"/>
                <a:cs typeface="Verdana" panose="020B0604030504040204" pitchFamily="34" charset="0"/>
              </a:rPr>
              <a:t>Merck n’aura accès à aucune donnée. </a:t>
            </a: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Il s’agit uniquement d’utiliser la technologie Passkey embarquée sur votre appareil.</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6" name="Important">
            <a:extLst>
              <a:ext uri="{FF2B5EF4-FFF2-40B4-BE49-F238E27FC236}">
                <a16:creationId xmlns:a16="http://schemas.microsoft.com/office/drawing/2014/main" id="{F9E1D7D3-1057-C5FE-836E-ED6F3D9436DF}"/>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8092" y="5968810"/>
            <a:ext cx="510168" cy="510168"/>
          </a:xfrm>
          <a:prstGeom prst="rect">
            <a:avLst/>
          </a:prstGeom>
        </p:spPr>
      </p:pic>
      <p:pic>
        <p:nvPicPr>
          <p:cNvPr id="18" name="Picture 17">
            <a:extLst>
              <a:ext uri="{FF2B5EF4-FFF2-40B4-BE49-F238E27FC236}">
                <a16:creationId xmlns:a16="http://schemas.microsoft.com/office/drawing/2014/main" id="{87D22ADE-2834-77AE-A485-8AFDCAA0303D}"/>
              </a:ext>
            </a:extLst>
          </p:cNvPr>
          <p:cNvPicPr>
            <a:picLocks noChangeAspect="1"/>
          </p:cNvPicPr>
          <p:nvPr/>
        </p:nvPicPr>
        <p:blipFill>
          <a:blip r:embed="rId12"/>
          <a:stretch>
            <a:fillRect/>
          </a:stretch>
        </p:blipFill>
        <p:spPr>
          <a:xfrm>
            <a:off x="2217532" y="3584533"/>
            <a:ext cx="1964382" cy="1679143"/>
          </a:xfrm>
          <a:prstGeom prst="rect">
            <a:avLst/>
          </a:prstGeom>
        </p:spPr>
      </p:pic>
      <p:pic>
        <p:nvPicPr>
          <p:cNvPr id="20" name="Picture 19">
            <a:extLst>
              <a:ext uri="{FF2B5EF4-FFF2-40B4-BE49-F238E27FC236}">
                <a16:creationId xmlns:a16="http://schemas.microsoft.com/office/drawing/2014/main" id="{C2D74156-9A6C-1BB0-0D0F-9148BFE5D3C3}"/>
              </a:ext>
            </a:extLst>
          </p:cNvPr>
          <p:cNvPicPr>
            <a:picLocks noChangeAspect="1"/>
          </p:cNvPicPr>
          <p:nvPr/>
        </p:nvPicPr>
        <p:blipFill>
          <a:blip r:embed="rId13"/>
          <a:stretch>
            <a:fillRect/>
          </a:stretch>
        </p:blipFill>
        <p:spPr>
          <a:xfrm>
            <a:off x="4770771" y="3589714"/>
            <a:ext cx="2042711" cy="1670755"/>
          </a:xfrm>
          <a:prstGeom prst="rect">
            <a:avLst/>
          </a:prstGeom>
        </p:spPr>
      </p:pic>
      <p:sp>
        <p:nvSpPr>
          <p:cNvPr id="23" name="Freeform 116 (2)">
            <a:extLst>
              <a:ext uri="{FF2B5EF4-FFF2-40B4-BE49-F238E27FC236}">
                <a16:creationId xmlns:a16="http://schemas.microsoft.com/office/drawing/2014/main" id="{D9D1E4BF-676E-C537-AA48-D66F847D023F}"/>
              </a:ext>
            </a:extLst>
          </p:cNvPr>
          <p:cNvSpPr>
            <a:spLocks/>
          </p:cNvSpPr>
          <p:nvPr>
            <p:custDataLst>
              <p:tags r:id="rId4"/>
            </p:custDataLst>
          </p:nvPr>
        </p:nvSpPr>
        <p:spPr bwMode="auto">
          <a:xfrm>
            <a:off x="1617717" y="4625922"/>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24" name="Freeform 116 (2)">
            <a:extLst>
              <a:ext uri="{FF2B5EF4-FFF2-40B4-BE49-F238E27FC236}">
                <a16:creationId xmlns:a16="http://schemas.microsoft.com/office/drawing/2014/main" id="{723D24BB-A537-0F39-90D2-6CD170F5ACC7}"/>
              </a:ext>
            </a:extLst>
          </p:cNvPr>
          <p:cNvSpPr>
            <a:spLocks/>
          </p:cNvSpPr>
          <p:nvPr>
            <p:custDataLst>
              <p:tags r:id="rId5"/>
            </p:custDataLst>
          </p:nvPr>
        </p:nvSpPr>
        <p:spPr bwMode="auto">
          <a:xfrm>
            <a:off x="4226673" y="4579401"/>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25" name="Freeform 116 (2)">
            <a:extLst>
              <a:ext uri="{FF2B5EF4-FFF2-40B4-BE49-F238E27FC236}">
                <a16:creationId xmlns:a16="http://schemas.microsoft.com/office/drawing/2014/main" id="{A2C1C36A-A359-BEA5-9F3D-B7A39F54AA91}"/>
              </a:ext>
            </a:extLst>
          </p:cNvPr>
          <p:cNvSpPr>
            <a:spLocks/>
          </p:cNvSpPr>
          <p:nvPr>
            <p:custDataLst>
              <p:tags r:id="rId6"/>
            </p:custDataLst>
          </p:nvPr>
        </p:nvSpPr>
        <p:spPr bwMode="auto">
          <a:xfrm>
            <a:off x="6867676" y="4579401"/>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2" name="Content Placeholder 1">
            <a:extLst>
              <a:ext uri="{FF2B5EF4-FFF2-40B4-BE49-F238E27FC236}">
                <a16:creationId xmlns:a16="http://schemas.microsoft.com/office/drawing/2014/main" id="{AF44CA35-9A92-3858-A903-0F8E9FAE572B}"/>
              </a:ext>
            </a:extLst>
          </p:cNvPr>
          <p:cNvSpPr>
            <a:spLocks noGrp="1"/>
          </p:cNvSpPr>
          <p:nvPr>
            <p:ph sz="quarter" idx="14"/>
          </p:nvPr>
        </p:nvSpPr>
        <p:spPr>
          <a:xfrm>
            <a:off x="623887" y="1470984"/>
            <a:ext cx="10944227" cy="4497826"/>
          </a:xfrm>
        </p:spPr>
        <p:txBody>
          <a:bodyPr/>
          <a:lstStyle/>
          <a:p>
            <a:pPr marL="342900" indent="-342900">
              <a:buFont typeface="+mj-lt"/>
              <a:buAutoNum type="arabicPeriod"/>
            </a:pP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Rendez-vous sur </a:t>
            </a: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14"/>
              </a:rPr>
              <a:t>https://me.merckgroup.com/userguide</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dirty="0">
                <a:solidFill>
                  <a:srgbClr val="000000"/>
                </a:solidFill>
              </a:rPr>
              <a:t>Suivez la procédure en sélectionnant Windows et Windows Hello PIN:</a:t>
            </a: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Suivez ensuite la procédure en sélectionnant le système souhaité et l’option clé de sécurité</a:t>
            </a:r>
          </a:p>
          <a:p>
            <a:pPr marL="342900" indent="-342900">
              <a:buFont typeface="+mj-lt"/>
              <a:buAutoNum type="arabicPeriod"/>
            </a:pPr>
            <a:endParaRPr lang="fr-FR"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Retour à l’étape </a:t>
            </a:r>
            <a:r>
              <a:rPr lang="fr-FR" kern="1200" dirty="0">
                <a:solidFill>
                  <a:srgbClr val="000000"/>
                </a:solidFill>
                <a:effectLst/>
                <a:latin typeface="Verdana" panose="020B0604030504040204" pitchFamily="34" charset="0"/>
                <a:ea typeface="Verdana" panose="020B0604030504040204" pitchFamily="34" charset="0"/>
                <a:cs typeface="Verdana" panose="020B0604030504040204" pitchFamily="34" charset="0"/>
                <a:hlinkClick r:id="rId15" action="ppaction://hlinksldjump"/>
              </a:rPr>
              <a:t>Remplacer le mot de passe initial de Windows par un mot de passe personnalisé sécurisé.</a:t>
            </a:r>
            <a:endParaRPr lang="fr-FR" dirty="0">
              <a:effectLst/>
            </a:endParaRPr>
          </a:p>
          <a:p>
            <a:pPr marL="342900" indent="-342900">
              <a:buFont typeface="+mj-lt"/>
              <a:buAutoNum type="arabicPeriod"/>
            </a:pPr>
            <a:endParaRPr lang="fr-FR" dirty="0"/>
          </a:p>
          <a:p>
            <a:pPr marL="342900" indent="-342900">
              <a:buFont typeface="+mj-lt"/>
              <a:buAutoNum type="arabicPeriod"/>
            </a:pPr>
            <a:endParaRPr lang="fr-FR" dirty="0">
              <a:solidFill>
                <a:srgbClr val="000000"/>
              </a:solidFill>
            </a:endParaRPr>
          </a:p>
          <a:p>
            <a:endParaRPr lang="fr-FR" dirty="0">
              <a:solidFill>
                <a:srgbClr val="000000"/>
              </a:solidFill>
            </a:endParaRPr>
          </a:p>
          <a:p>
            <a:endParaRPr lang="fr-FR" dirty="0">
              <a:solidFill>
                <a:srgbClr val="000000"/>
              </a:solidFill>
            </a:endParaRPr>
          </a:p>
          <a:p>
            <a:endParaRPr lang="fr-FR" dirty="0"/>
          </a:p>
        </p:txBody>
      </p:sp>
    </p:spTree>
    <p:extLst>
      <p:ext uri="{BB962C8B-B14F-4D97-AF65-F5344CB8AC3E}">
        <p14:creationId xmlns:p14="http://schemas.microsoft.com/office/powerpoint/2010/main" val="1907738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B8257F-8075-23FD-4AAF-0795668FE890}"/>
              </a:ext>
            </a:extLst>
          </p:cNvPr>
          <p:cNvSpPr>
            <a:spLocks noGrp="1"/>
          </p:cNvSpPr>
          <p:nvPr>
            <p:ph sz="quarter" idx="14"/>
          </p:nvPr>
        </p:nvSpPr>
        <p:spPr/>
        <p:txBody>
          <a:bodyPr/>
          <a:lstStyle/>
          <a:p>
            <a:endParaRPr lang="fr-FR"/>
          </a:p>
        </p:txBody>
      </p:sp>
      <p:sp>
        <p:nvSpPr>
          <p:cNvPr id="3" name="Text Placeholder 2">
            <a:extLst>
              <a:ext uri="{FF2B5EF4-FFF2-40B4-BE49-F238E27FC236}">
                <a16:creationId xmlns:a16="http://schemas.microsoft.com/office/drawing/2014/main" id="{A29D42F1-5E37-79ED-D23D-3818037B97EE}"/>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68710E87-E70F-F86A-516F-B78C82E41D85}"/>
              </a:ext>
            </a:extLst>
          </p:cNvPr>
          <p:cNvSpPr>
            <a:spLocks noGrp="1"/>
          </p:cNvSpPr>
          <p:nvPr>
            <p:ph type="title"/>
          </p:nvPr>
        </p:nvSpPr>
        <p:spPr/>
        <p:txBody>
          <a:bodyPr/>
          <a:lstStyle/>
          <a:p>
            <a:r>
              <a:rPr lang="fr-FR" dirty="0"/>
              <a:t>Vous êtes employé Merck (MUID) et utilisez un PC partagé</a:t>
            </a:r>
          </a:p>
        </p:txBody>
      </p:sp>
      <p:sp>
        <p:nvSpPr>
          <p:cNvPr id="5" name="Slide Number Placeholder 4">
            <a:extLst>
              <a:ext uri="{FF2B5EF4-FFF2-40B4-BE49-F238E27FC236}">
                <a16:creationId xmlns:a16="http://schemas.microsoft.com/office/drawing/2014/main" id="{9534A778-6DBF-5290-A845-EF6F73A9646C}"/>
              </a:ext>
            </a:extLst>
          </p:cNvPr>
          <p:cNvSpPr>
            <a:spLocks noGrp="1"/>
          </p:cNvSpPr>
          <p:nvPr>
            <p:ph type="sldNum" sz="quarter" idx="16"/>
          </p:nvPr>
        </p:nvSpPr>
        <p:spPr/>
        <p:txBody>
          <a:bodyPr/>
          <a:lstStyle/>
          <a:p>
            <a:fld id="{FD5E7EB4-4CDF-47BB-AF16-07782904B863}" type="slidenum">
              <a:rPr lang="en-US" smtClean="0"/>
              <a:pPr/>
              <a:t>25</a:t>
            </a:fld>
            <a:endParaRPr lang="en-US"/>
          </a:p>
        </p:txBody>
      </p:sp>
    </p:spTree>
    <p:extLst>
      <p:ext uri="{BB962C8B-B14F-4D97-AF65-F5344CB8AC3E}">
        <p14:creationId xmlns:p14="http://schemas.microsoft.com/office/powerpoint/2010/main" val="2829168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A64B5C-9ACD-F270-D066-BC6CFE2B861A}"/>
              </a:ext>
            </a:extLst>
          </p:cNvPr>
          <p:cNvSpPr>
            <a:spLocks noGrp="1"/>
          </p:cNvSpPr>
          <p:nvPr>
            <p:ph sz="quarter" idx="14"/>
          </p:nvPr>
        </p:nvSpPr>
        <p:spPr>
          <a:xfrm>
            <a:off x="623888" y="1574992"/>
            <a:ext cx="10944227" cy="4608511"/>
          </a:xfrm>
        </p:spPr>
        <p:txBody>
          <a:bodyPr/>
          <a:lstStyle/>
          <a:p>
            <a:pPr marL="342900" indent="-342900">
              <a:buFont typeface="+mj-lt"/>
              <a:buAutoNum type="arabicPeriod"/>
            </a:pP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Rendez-vous sur </a:t>
            </a: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5"/>
              </a:rPr>
              <a:t>https://me.merckgroup.com/userguide</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dirty="0">
                <a:solidFill>
                  <a:srgbClr val="000000"/>
                </a:solidFill>
              </a:rPr>
              <a:t>Suivez la procédure en sélectionnant le système souhaité</a:t>
            </a: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Retour à l’étape </a:t>
            </a:r>
            <a:r>
              <a:rPr lang="fr-FR" dirty="0">
                <a:hlinkClick r:id="rId6" action="ppaction://hlinksldjump"/>
              </a:rPr>
              <a:t>Remplacer le mot de passe initial de Windows par un mot de passe personnalisé sécurisé.</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r>
              <a:rPr lang="fr-FR" dirty="0">
                <a:solidFill>
                  <a:srgbClr val="000000"/>
                </a:solidFill>
              </a:rPr>
              <a:t> </a:t>
            </a:r>
            <a:endParaRPr lang="fr-FR" dirty="0"/>
          </a:p>
        </p:txBody>
      </p:sp>
      <p:sp>
        <p:nvSpPr>
          <p:cNvPr id="3" name="Text Placeholder 2">
            <a:extLst>
              <a:ext uri="{FF2B5EF4-FFF2-40B4-BE49-F238E27FC236}">
                <a16:creationId xmlns:a16="http://schemas.microsoft.com/office/drawing/2014/main" id="{7001B66E-0ECA-FE57-2986-0E79A135D7BB}"/>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1E68A387-7856-AF24-5C25-429099B60460}"/>
              </a:ext>
            </a:extLst>
          </p:cNvPr>
          <p:cNvSpPr>
            <a:spLocks noGrp="1"/>
          </p:cNvSpPr>
          <p:nvPr>
            <p:ph type="title"/>
          </p:nvPr>
        </p:nvSpPr>
        <p:spPr>
          <a:xfrm>
            <a:off x="623888" y="1091371"/>
            <a:ext cx="10944225" cy="325952"/>
          </a:xfrm>
        </p:spPr>
        <p:txBody>
          <a:bodyPr/>
          <a:lstStyle/>
          <a:p>
            <a:r>
              <a:rPr lang="fr-FR" dirty="0"/>
              <a:t>Vous êtes externe (XUID) et ne disposez pas d’un PC Merck mais vous pouvez enregistrer un appareil compatible Passkey</a:t>
            </a:r>
          </a:p>
        </p:txBody>
      </p:sp>
      <p:sp>
        <p:nvSpPr>
          <p:cNvPr id="6" name="Slide Number Placeholder 5">
            <a:extLst>
              <a:ext uri="{FF2B5EF4-FFF2-40B4-BE49-F238E27FC236}">
                <a16:creationId xmlns:a16="http://schemas.microsoft.com/office/drawing/2014/main" id="{76715B61-2C4B-387C-6E80-339B63F1E551}"/>
              </a:ext>
            </a:extLst>
          </p:cNvPr>
          <p:cNvSpPr>
            <a:spLocks noGrp="1"/>
          </p:cNvSpPr>
          <p:nvPr>
            <p:ph type="sldNum" sz="quarter" idx="16"/>
          </p:nvPr>
        </p:nvSpPr>
        <p:spPr/>
        <p:txBody>
          <a:bodyPr/>
          <a:lstStyle/>
          <a:p>
            <a:fld id="{FD5E7EB4-4CDF-47BB-AF16-07782904B863}" type="slidenum">
              <a:rPr lang="en-US" smtClean="0"/>
              <a:pPr/>
              <a:t>26</a:t>
            </a:fld>
            <a:endParaRPr lang="en-US"/>
          </a:p>
        </p:txBody>
      </p:sp>
      <p:pic>
        <p:nvPicPr>
          <p:cNvPr id="7" name="Picture 6">
            <a:extLst>
              <a:ext uri="{FF2B5EF4-FFF2-40B4-BE49-F238E27FC236}">
                <a16:creationId xmlns:a16="http://schemas.microsoft.com/office/drawing/2014/main" id="{A0333370-DD4E-F175-5190-D1B3E5EE9A19}"/>
              </a:ext>
            </a:extLst>
          </p:cNvPr>
          <p:cNvPicPr>
            <a:picLocks noChangeAspect="1"/>
          </p:cNvPicPr>
          <p:nvPr/>
        </p:nvPicPr>
        <p:blipFill>
          <a:blip r:embed="rId7"/>
          <a:stretch>
            <a:fillRect/>
          </a:stretch>
        </p:blipFill>
        <p:spPr>
          <a:xfrm>
            <a:off x="4792628" y="2299037"/>
            <a:ext cx="2038479" cy="1885298"/>
          </a:xfrm>
          <a:prstGeom prst="rect">
            <a:avLst/>
          </a:prstGeom>
        </p:spPr>
      </p:pic>
      <p:sp>
        <p:nvSpPr>
          <p:cNvPr id="8" name="Freeform 116 (2)">
            <a:extLst>
              <a:ext uri="{FF2B5EF4-FFF2-40B4-BE49-F238E27FC236}">
                <a16:creationId xmlns:a16="http://schemas.microsoft.com/office/drawing/2014/main" id="{A43C0BA6-DBF1-5C69-F8B3-F26C881265A3}"/>
              </a:ext>
            </a:extLst>
          </p:cNvPr>
          <p:cNvSpPr>
            <a:spLocks/>
          </p:cNvSpPr>
          <p:nvPr>
            <p:custDataLst>
              <p:tags r:id="rId1"/>
            </p:custDataLst>
          </p:nvPr>
        </p:nvSpPr>
        <p:spPr bwMode="auto">
          <a:xfrm>
            <a:off x="4025406" y="3092648"/>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9" name="TextBox 8">
            <a:extLst>
              <a:ext uri="{FF2B5EF4-FFF2-40B4-BE49-F238E27FC236}">
                <a16:creationId xmlns:a16="http://schemas.microsoft.com/office/drawing/2014/main" id="{A364CCFB-8248-22C3-B156-1053BC928819}"/>
              </a:ext>
            </a:extLst>
          </p:cNvPr>
          <p:cNvSpPr txBox="1"/>
          <p:nvPr/>
        </p:nvSpPr>
        <p:spPr bwMode="gray">
          <a:xfrm>
            <a:off x="1494865" y="5012129"/>
            <a:ext cx="9663953" cy="738664"/>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Il est préférable d’enregistrer un moins deux appareils (p. ex., téléphone mobile ou clé de sécurité). Le deuxième appareil fait office de secours, si l’un des deux est défectueux ou perdu.</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1" name="Idea">
            <a:extLst>
              <a:ext uri="{FF2B5EF4-FFF2-40B4-BE49-F238E27FC236}">
                <a16:creationId xmlns:a16="http://schemas.microsoft.com/office/drawing/2014/main" id="{D8B0971B-008C-45A9-A410-64E0591C52BE}"/>
              </a:ext>
            </a:extLst>
          </p:cNvPr>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5345" y="5081919"/>
            <a:ext cx="519488" cy="519488"/>
          </a:xfrm>
          <a:prstGeom prst="rect">
            <a:avLst/>
          </a:prstGeom>
        </p:spPr>
      </p:pic>
      <p:sp>
        <p:nvSpPr>
          <p:cNvPr id="10" name="TextBox 9">
            <a:extLst>
              <a:ext uri="{FF2B5EF4-FFF2-40B4-BE49-F238E27FC236}">
                <a16:creationId xmlns:a16="http://schemas.microsoft.com/office/drawing/2014/main" id="{60ABFD9F-177E-B0E3-3936-548AEB4A7C71}"/>
              </a:ext>
            </a:extLst>
          </p:cNvPr>
          <p:cNvSpPr txBox="1"/>
          <p:nvPr/>
        </p:nvSpPr>
        <p:spPr bwMode="gray">
          <a:xfrm>
            <a:off x="1494865" y="5848729"/>
            <a:ext cx="9663953" cy="492443"/>
          </a:xfrm>
          <a:prstGeom prst="rect">
            <a:avLst/>
          </a:prstGeom>
          <a:noFill/>
        </p:spPr>
        <p:txBody>
          <a:bodyPr wrap="square" lIns="0" tIns="0" rIns="0" bIns="0" rtlCol="0">
            <a:spAutoFit/>
          </a:bodyPr>
          <a:lstStyle/>
          <a:p>
            <a:pPr marR="0" algn="l" defTabSz="914400" rtl="0" eaLnBrk="1" fontAlgn="auto" latinLnBrk="0" hangingPunct="1">
              <a:lnSpc>
                <a:spcPct val="100000"/>
              </a:lnSpc>
              <a:spcBef>
                <a:spcPts val="300"/>
              </a:spcBef>
              <a:spcAft>
                <a:spcPts val="300"/>
              </a:spcAft>
              <a:buClr>
                <a:schemeClr val="accent1"/>
              </a:buClr>
              <a:buSzTx/>
              <a:tabLst/>
            </a:pP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En activant l’option Passkey sur un mobile personnel, </a:t>
            </a:r>
            <a:r>
              <a:rPr lang="fr-FR" sz="1600" b="1" dirty="0">
                <a:solidFill>
                  <a:schemeClr val="accent1"/>
                </a:solidFill>
                <a:latin typeface="Verdana" panose="020B0604030504040204" pitchFamily="34" charset="0"/>
                <a:ea typeface="Verdana" panose="020B0604030504040204" pitchFamily="34" charset="0"/>
                <a:cs typeface="Verdana" panose="020B0604030504040204" pitchFamily="34" charset="0"/>
              </a:rPr>
              <a:t>Merck n’aura accès à aucune donnée. </a:t>
            </a:r>
            <a:r>
              <a:rPr lang="fr-FR" sz="1600" dirty="0">
                <a:solidFill>
                  <a:srgbClr val="000000"/>
                </a:solidFill>
                <a:latin typeface="Verdana" panose="020B0604030504040204" pitchFamily="34" charset="0"/>
                <a:ea typeface="Verdana" panose="020B0604030504040204" pitchFamily="34" charset="0"/>
                <a:cs typeface="Verdana" panose="020B0604030504040204" pitchFamily="34" charset="0"/>
              </a:rPr>
              <a:t>Il s’agit uniquement d’utiliser la technologie Passkey embarquée sur votre appareil.</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2" name="Important">
            <a:extLst>
              <a:ext uri="{FF2B5EF4-FFF2-40B4-BE49-F238E27FC236}">
                <a16:creationId xmlns:a16="http://schemas.microsoft.com/office/drawing/2014/main" id="{69DFE078-8755-302B-06A5-EB69C38BB576}"/>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5345" y="5796692"/>
            <a:ext cx="519488" cy="519488"/>
          </a:xfrm>
          <a:prstGeom prst="rect">
            <a:avLst/>
          </a:prstGeom>
        </p:spPr>
      </p:pic>
    </p:spTree>
    <p:extLst>
      <p:ext uri="{BB962C8B-B14F-4D97-AF65-F5344CB8AC3E}">
        <p14:creationId xmlns:p14="http://schemas.microsoft.com/office/powerpoint/2010/main" val="3208233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30CCE5-3086-C349-FFF7-EA000184A488}"/>
              </a:ext>
            </a:extLst>
          </p:cNvPr>
          <p:cNvSpPr>
            <a:spLocks noGrp="1"/>
          </p:cNvSpPr>
          <p:nvPr>
            <p:ph sz="quarter" idx="14"/>
          </p:nvPr>
        </p:nvSpPr>
        <p:spPr>
          <a:xfrm>
            <a:off x="623888" y="1592024"/>
            <a:ext cx="10944227" cy="4608511"/>
          </a:xfrm>
        </p:spPr>
        <p:txBody>
          <a:bodyPr/>
          <a:lstStyle/>
          <a:p>
            <a:pPr marL="342900" indent="-342900">
              <a:buFont typeface="+mj-lt"/>
              <a:buAutoNum type="arabicPeriod"/>
            </a:pP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Achetez une clé de sécurité qui prend en charge le standard FIDO2 (</a:t>
            </a: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4"/>
              </a:rPr>
              <a:t>lien externe</a:t>
            </a: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ou utilisez celle de votre entreprise si vous utilisez déjà la technologie Passkey.</a:t>
            </a:r>
          </a:p>
          <a:p>
            <a:pPr marL="342900" indent="-342900">
              <a:buFont typeface="+mj-lt"/>
              <a:buAutoNum type="arabicPeriod"/>
            </a:pP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Rendez-vous sur </a:t>
            </a:r>
            <a:r>
              <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hlinkClick r:id="rId5"/>
              </a:rPr>
              <a:t>https://me.merckgroup.com/userguide</a:t>
            </a:r>
            <a:endParaRPr kumimoji="0" lang="fr-FR"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fr-FR" dirty="0">
                <a:solidFill>
                  <a:srgbClr val="000000"/>
                </a:solidFill>
              </a:rPr>
              <a:t>Suivez la procédure en sélectionnant le système souhaité et l’option clé de sécurité</a:t>
            </a: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endParaRPr lang="fr-FR" dirty="0">
              <a:solidFill>
                <a:srgbClr val="000000"/>
              </a:solidFill>
            </a:endParaRPr>
          </a:p>
          <a:p>
            <a:pPr marL="342900" indent="-342900">
              <a:buFont typeface="+mj-lt"/>
              <a:buAutoNum type="arabicPeriod"/>
            </a:pPr>
            <a:r>
              <a:rPr lang="fr-FR" dirty="0">
                <a:solidFill>
                  <a:srgbClr val="000000"/>
                </a:solidFill>
              </a:rPr>
              <a:t>Retour à l’étape </a:t>
            </a:r>
            <a:r>
              <a:rPr lang="fr-FR" dirty="0">
                <a:hlinkClick r:id="rId6" action="ppaction://hlinksldjump"/>
              </a:rPr>
              <a:t>Remplacer le mot de passe initial de Windows par un mot de passe personnalisé sécurisé.</a:t>
            </a:r>
            <a:endParaRPr kumimoji="0" lang="fr-FR"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fr-FR" dirty="0"/>
          </a:p>
          <a:p>
            <a:endParaRPr lang="fr-FR" dirty="0"/>
          </a:p>
        </p:txBody>
      </p:sp>
      <p:sp>
        <p:nvSpPr>
          <p:cNvPr id="3" name="Text Placeholder 2">
            <a:extLst>
              <a:ext uri="{FF2B5EF4-FFF2-40B4-BE49-F238E27FC236}">
                <a16:creationId xmlns:a16="http://schemas.microsoft.com/office/drawing/2014/main" id="{964A201A-3B5A-2E8B-DEE4-1F9486A8830A}"/>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4892D1DD-65F7-4135-08F0-46AEB1E7D0EE}"/>
              </a:ext>
            </a:extLst>
          </p:cNvPr>
          <p:cNvSpPr>
            <a:spLocks noGrp="1"/>
          </p:cNvSpPr>
          <p:nvPr>
            <p:ph type="title"/>
          </p:nvPr>
        </p:nvSpPr>
        <p:spPr>
          <a:xfrm>
            <a:off x="623888" y="1033162"/>
            <a:ext cx="10944225" cy="325952"/>
          </a:xfrm>
        </p:spPr>
        <p:txBody>
          <a:bodyPr/>
          <a:lstStyle/>
          <a:p>
            <a:r>
              <a:rPr lang="fr-FR" dirty="0"/>
              <a:t>Vous êtes externe (XUID), ne disposez pas d’un PC Merck et vous ne pouvez enregistrer aucun appareil compatible</a:t>
            </a:r>
          </a:p>
        </p:txBody>
      </p:sp>
      <p:sp>
        <p:nvSpPr>
          <p:cNvPr id="6" name="Slide Number Placeholder 5">
            <a:extLst>
              <a:ext uri="{FF2B5EF4-FFF2-40B4-BE49-F238E27FC236}">
                <a16:creationId xmlns:a16="http://schemas.microsoft.com/office/drawing/2014/main" id="{1B3B983F-AB14-ADDF-64F6-477E3627897B}"/>
              </a:ext>
            </a:extLst>
          </p:cNvPr>
          <p:cNvSpPr>
            <a:spLocks noGrp="1"/>
          </p:cNvSpPr>
          <p:nvPr>
            <p:ph type="sldNum" sz="quarter" idx="16"/>
          </p:nvPr>
        </p:nvSpPr>
        <p:spPr/>
        <p:txBody>
          <a:bodyPr/>
          <a:lstStyle/>
          <a:p>
            <a:fld id="{FD5E7EB4-4CDF-47BB-AF16-07782904B863}" type="slidenum">
              <a:rPr lang="en-US" smtClean="0"/>
              <a:pPr/>
              <a:t>27</a:t>
            </a:fld>
            <a:endParaRPr lang="en-US"/>
          </a:p>
        </p:txBody>
      </p:sp>
      <p:pic>
        <p:nvPicPr>
          <p:cNvPr id="7" name="Picture 6">
            <a:extLst>
              <a:ext uri="{FF2B5EF4-FFF2-40B4-BE49-F238E27FC236}">
                <a16:creationId xmlns:a16="http://schemas.microsoft.com/office/drawing/2014/main" id="{BB55D60A-5217-F806-3446-4CEDF798CEE1}"/>
              </a:ext>
            </a:extLst>
          </p:cNvPr>
          <p:cNvPicPr>
            <a:picLocks noChangeAspect="1"/>
          </p:cNvPicPr>
          <p:nvPr/>
        </p:nvPicPr>
        <p:blipFill>
          <a:blip r:embed="rId7"/>
          <a:stretch>
            <a:fillRect/>
          </a:stretch>
        </p:blipFill>
        <p:spPr>
          <a:xfrm>
            <a:off x="2351584" y="3140968"/>
            <a:ext cx="2588816" cy="2394280"/>
          </a:xfrm>
          <a:prstGeom prst="rect">
            <a:avLst/>
          </a:prstGeom>
        </p:spPr>
      </p:pic>
      <p:pic>
        <p:nvPicPr>
          <p:cNvPr id="9" name="Picture 8">
            <a:extLst>
              <a:ext uri="{FF2B5EF4-FFF2-40B4-BE49-F238E27FC236}">
                <a16:creationId xmlns:a16="http://schemas.microsoft.com/office/drawing/2014/main" id="{6A176A62-7F52-995A-44CA-0779E0F6F5F9}"/>
              </a:ext>
            </a:extLst>
          </p:cNvPr>
          <p:cNvPicPr>
            <a:picLocks noChangeAspect="1"/>
          </p:cNvPicPr>
          <p:nvPr/>
        </p:nvPicPr>
        <p:blipFill>
          <a:blip r:embed="rId8"/>
          <a:stretch>
            <a:fillRect/>
          </a:stretch>
        </p:blipFill>
        <p:spPr>
          <a:xfrm>
            <a:off x="6023992" y="3207539"/>
            <a:ext cx="3381847" cy="2019582"/>
          </a:xfrm>
          <a:prstGeom prst="rect">
            <a:avLst/>
          </a:prstGeom>
        </p:spPr>
      </p:pic>
      <p:sp>
        <p:nvSpPr>
          <p:cNvPr id="10" name="Freeform 116 (2)">
            <a:extLst>
              <a:ext uri="{FF2B5EF4-FFF2-40B4-BE49-F238E27FC236}">
                <a16:creationId xmlns:a16="http://schemas.microsoft.com/office/drawing/2014/main" id="{247E7D10-B41D-4192-FAE4-2F072232A22E}"/>
              </a:ext>
            </a:extLst>
          </p:cNvPr>
          <p:cNvSpPr>
            <a:spLocks/>
          </p:cNvSpPr>
          <p:nvPr>
            <p:custDataLst>
              <p:tags r:id="rId1"/>
            </p:custDataLst>
          </p:nvPr>
        </p:nvSpPr>
        <p:spPr bwMode="auto">
          <a:xfrm>
            <a:off x="1412008" y="3896280"/>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
        <p:nvSpPr>
          <p:cNvPr id="11" name="Freeform 116 (2)">
            <a:extLst>
              <a:ext uri="{FF2B5EF4-FFF2-40B4-BE49-F238E27FC236}">
                <a16:creationId xmlns:a16="http://schemas.microsoft.com/office/drawing/2014/main" id="{03D18659-3E50-5D68-DA69-CFDCC0365595}"/>
              </a:ext>
            </a:extLst>
          </p:cNvPr>
          <p:cNvSpPr>
            <a:spLocks/>
          </p:cNvSpPr>
          <p:nvPr>
            <p:custDataLst>
              <p:tags r:id="rId2"/>
            </p:custDataLst>
          </p:nvPr>
        </p:nvSpPr>
        <p:spPr bwMode="auto">
          <a:xfrm>
            <a:off x="5372799" y="3896280"/>
            <a:ext cx="498738" cy="441580"/>
          </a:xfrm>
          <a:custGeom>
            <a:avLst/>
            <a:gdLst>
              <a:gd name="T0" fmla="*/ 178 w 188"/>
              <a:gd name="T1" fmla="*/ 59 h 164"/>
              <a:gd name="T2" fmla="*/ 115 w 188"/>
              <a:gd name="T3" fmla="*/ 6 h 164"/>
              <a:gd name="T4" fmla="*/ 99 w 188"/>
              <a:gd name="T5" fmla="*/ 0 h 164"/>
              <a:gd name="T6" fmla="*/ 84 w 188"/>
              <a:gd name="T7" fmla="*/ 9 h 164"/>
              <a:gd name="T8" fmla="*/ 78 w 188"/>
              <a:gd name="T9" fmla="*/ 16 h 164"/>
              <a:gd name="T10" fmla="*/ 79 w 188"/>
              <a:gd name="T11" fmla="*/ 26 h 164"/>
              <a:gd name="T12" fmla="*/ 119 w 188"/>
              <a:gd name="T13" fmla="*/ 60 h 164"/>
              <a:gd name="T14" fmla="*/ 23 w 188"/>
              <a:gd name="T15" fmla="*/ 60 h 164"/>
              <a:gd name="T16" fmla="*/ 6 w 188"/>
              <a:gd name="T17" fmla="*/ 67 h 164"/>
              <a:gd name="T18" fmla="*/ 0 w 188"/>
              <a:gd name="T19" fmla="*/ 84 h 164"/>
              <a:gd name="T20" fmla="*/ 0 w 188"/>
              <a:gd name="T21" fmla="*/ 96 h 164"/>
              <a:gd name="T22" fmla="*/ 7 w 188"/>
              <a:gd name="T23" fmla="*/ 103 h 164"/>
              <a:gd name="T24" fmla="*/ 120 w 188"/>
              <a:gd name="T25" fmla="*/ 103 h 164"/>
              <a:gd name="T26" fmla="*/ 79 w 188"/>
              <a:gd name="T27" fmla="*/ 138 h 164"/>
              <a:gd name="T28" fmla="*/ 78 w 188"/>
              <a:gd name="T29" fmla="*/ 148 h 164"/>
              <a:gd name="T30" fmla="*/ 84 w 188"/>
              <a:gd name="T31" fmla="*/ 155 h 164"/>
              <a:gd name="T32" fmla="*/ 99 w 188"/>
              <a:gd name="T33" fmla="*/ 164 h 164"/>
              <a:gd name="T34" fmla="*/ 101 w 188"/>
              <a:gd name="T35" fmla="*/ 164 h 164"/>
              <a:gd name="T36" fmla="*/ 115 w 188"/>
              <a:gd name="T37" fmla="*/ 158 h 164"/>
              <a:gd name="T38" fmla="*/ 178 w 188"/>
              <a:gd name="T39" fmla="*/ 105 h 164"/>
              <a:gd name="T40" fmla="*/ 188 w 188"/>
              <a:gd name="T41" fmla="*/ 82 h 164"/>
              <a:gd name="T42" fmla="*/ 178 w 188"/>
              <a:gd name="T43" fmla="*/ 5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164">
                <a:moveTo>
                  <a:pt x="178" y="59"/>
                </a:moveTo>
                <a:cubicBezTo>
                  <a:pt x="115" y="6"/>
                  <a:pt x="115" y="6"/>
                  <a:pt x="115" y="6"/>
                </a:cubicBezTo>
                <a:cubicBezTo>
                  <a:pt x="110" y="2"/>
                  <a:pt x="105" y="0"/>
                  <a:pt x="99" y="0"/>
                </a:cubicBezTo>
                <a:cubicBezTo>
                  <a:pt x="93" y="1"/>
                  <a:pt x="88" y="4"/>
                  <a:pt x="84" y="9"/>
                </a:cubicBezTo>
                <a:cubicBezTo>
                  <a:pt x="78" y="16"/>
                  <a:pt x="78" y="16"/>
                  <a:pt x="78" y="16"/>
                </a:cubicBezTo>
                <a:cubicBezTo>
                  <a:pt x="75" y="20"/>
                  <a:pt x="76" y="23"/>
                  <a:pt x="79" y="26"/>
                </a:cubicBezTo>
                <a:cubicBezTo>
                  <a:pt x="79" y="26"/>
                  <a:pt x="80" y="27"/>
                  <a:pt x="119" y="60"/>
                </a:cubicBezTo>
                <a:cubicBezTo>
                  <a:pt x="23" y="60"/>
                  <a:pt x="23" y="60"/>
                  <a:pt x="23" y="60"/>
                </a:cubicBezTo>
                <a:cubicBezTo>
                  <a:pt x="16" y="60"/>
                  <a:pt x="10" y="62"/>
                  <a:pt x="6" y="67"/>
                </a:cubicBezTo>
                <a:cubicBezTo>
                  <a:pt x="2" y="71"/>
                  <a:pt x="0" y="77"/>
                  <a:pt x="0" y="84"/>
                </a:cubicBezTo>
                <a:cubicBezTo>
                  <a:pt x="0" y="96"/>
                  <a:pt x="0" y="96"/>
                  <a:pt x="0" y="96"/>
                </a:cubicBezTo>
                <a:cubicBezTo>
                  <a:pt x="0" y="100"/>
                  <a:pt x="3" y="103"/>
                  <a:pt x="7" y="103"/>
                </a:cubicBezTo>
                <a:cubicBezTo>
                  <a:pt x="120" y="103"/>
                  <a:pt x="120" y="103"/>
                  <a:pt x="120" y="103"/>
                </a:cubicBezTo>
                <a:cubicBezTo>
                  <a:pt x="79" y="138"/>
                  <a:pt x="79" y="138"/>
                  <a:pt x="79" y="138"/>
                </a:cubicBezTo>
                <a:cubicBezTo>
                  <a:pt x="76" y="141"/>
                  <a:pt x="75" y="144"/>
                  <a:pt x="78" y="148"/>
                </a:cubicBezTo>
                <a:cubicBezTo>
                  <a:pt x="84" y="155"/>
                  <a:pt x="84" y="155"/>
                  <a:pt x="84" y="155"/>
                </a:cubicBezTo>
                <a:cubicBezTo>
                  <a:pt x="88" y="160"/>
                  <a:pt x="93" y="163"/>
                  <a:pt x="99" y="164"/>
                </a:cubicBezTo>
                <a:cubicBezTo>
                  <a:pt x="99" y="164"/>
                  <a:pt x="100" y="164"/>
                  <a:pt x="101" y="164"/>
                </a:cubicBezTo>
                <a:cubicBezTo>
                  <a:pt x="106" y="164"/>
                  <a:pt x="111" y="162"/>
                  <a:pt x="115" y="158"/>
                </a:cubicBezTo>
                <a:cubicBezTo>
                  <a:pt x="118" y="156"/>
                  <a:pt x="175" y="108"/>
                  <a:pt x="178" y="105"/>
                </a:cubicBezTo>
                <a:cubicBezTo>
                  <a:pt x="185" y="98"/>
                  <a:pt x="188" y="92"/>
                  <a:pt x="188" y="82"/>
                </a:cubicBezTo>
                <a:cubicBezTo>
                  <a:pt x="188" y="71"/>
                  <a:pt x="185" y="65"/>
                  <a:pt x="178" y="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14660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A0052C8-B0EA-C7FE-97E8-07DCD7026D5D}"/>
              </a:ext>
            </a:extLst>
          </p:cNvPr>
          <p:cNvSpPr>
            <a:spLocks noGrp="1"/>
          </p:cNvSpPr>
          <p:nvPr>
            <p:ph type="ctrTitle"/>
          </p:nvPr>
        </p:nvSpPr>
        <p:spPr/>
        <p:txBody>
          <a:bodyPr/>
          <a:lstStyle/>
          <a:p>
            <a:r>
              <a:rPr lang="fr-FR" dirty="0"/>
              <a:t>Advanced protection</a:t>
            </a:r>
          </a:p>
        </p:txBody>
      </p:sp>
      <p:sp>
        <p:nvSpPr>
          <p:cNvPr id="10" name="Picture Placeholder 9">
            <a:extLst>
              <a:ext uri="{FF2B5EF4-FFF2-40B4-BE49-F238E27FC236}">
                <a16:creationId xmlns:a16="http://schemas.microsoft.com/office/drawing/2014/main" id="{3337A8BB-190B-E1D9-945E-9159B5FEACC3}"/>
              </a:ext>
            </a:extLst>
          </p:cNvPr>
          <p:cNvSpPr>
            <a:spLocks noGrp="1"/>
          </p:cNvSpPr>
          <p:nvPr>
            <p:ph type="pic" sz="quarter" idx="12"/>
          </p:nvPr>
        </p:nvSpPr>
        <p:spPr/>
      </p:sp>
      <p:sp>
        <p:nvSpPr>
          <p:cNvPr id="11" name="Text Placeholder 10">
            <a:extLst>
              <a:ext uri="{FF2B5EF4-FFF2-40B4-BE49-F238E27FC236}">
                <a16:creationId xmlns:a16="http://schemas.microsoft.com/office/drawing/2014/main" id="{03FE1071-3930-4500-685A-31C61719B0F0}"/>
              </a:ext>
            </a:extLst>
          </p:cNvPr>
          <p:cNvSpPr>
            <a:spLocks noGrp="1"/>
          </p:cNvSpPr>
          <p:nvPr>
            <p:ph type="body" sz="quarter" idx="13"/>
          </p:nvPr>
        </p:nvSpPr>
        <p:spPr/>
        <p:txBody>
          <a:bodyPr/>
          <a:lstStyle/>
          <a:p>
            <a:endParaRPr lang="fr-FR"/>
          </a:p>
        </p:txBody>
      </p:sp>
      <p:sp>
        <p:nvSpPr>
          <p:cNvPr id="12" name="Text Placeholder 8">
            <a:extLst>
              <a:ext uri="{FF2B5EF4-FFF2-40B4-BE49-F238E27FC236}">
                <a16:creationId xmlns:a16="http://schemas.microsoft.com/office/drawing/2014/main" id="{27E90E09-2E9A-0DE4-E624-7C332B2739B6}"/>
              </a:ext>
            </a:extLst>
          </p:cNvPr>
          <p:cNvSpPr>
            <a:spLocks noGrp="1"/>
          </p:cNvSpPr>
          <p:nvPr>
            <p:ph type="body" sz="quarter" idx="10"/>
          </p:nvPr>
        </p:nvSpPr>
        <p:spPr>
          <a:xfrm>
            <a:off x="7110778" y="4431923"/>
            <a:ext cx="2741434" cy="292478"/>
          </a:xfrm>
        </p:spPr>
        <p:txBody>
          <a:bodyPr/>
          <a:lstStyle/>
          <a:p>
            <a:r>
              <a:rPr lang="fr-FR" sz="1400" dirty="0">
                <a:hlinkClick r:id="rId2" action="ppaction://hlinksldjump"/>
              </a:rPr>
              <a:t>Retour table des matières</a:t>
            </a:r>
            <a:endParaRPr lang="fr-FR" sz="1400" dirty="0"/>
          </a:p>
        </p:txBody>
      </p:sp>
    </p:spTree>
    <p:extLst>
      <p:ext uri="{BB962C8B-B14F-4D97-AF65-F5344CB8AC3E}">
        <p14:creationId xmlns:p14="http://schemas.microsoft.com/office/powerpoint/2010/main" val="1479990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D0F667-367A-1ED4-6DD3-D0F0D4D758F8}"/>
              </a:ext>
            </a:extLst>
          </p:cNvPr>
          <p:cNvSpPr>
            <a:spLocks noGrp="1"/>
          </p:cNvSpPr>
          <p:nvPr>
            <p:ph type="body" sz="quarter" idx="13"/>
          </p:nvPr>
        </p:nvSpPr>
        <p:spPr/>
        <p:txBody>
          <a:bodyPr/>
          <a:lstStyle/>
          <a:p>
            <a:r>
              <a:rPr lang="en-US"/>
              <a:t>Passkey</a:t>
            </a:r>
            <a:endParaRPr lang="fr-FR"/>
          </a:p>
        </p:txBody>
      </p:sp>
      <p:sp>
        <p:nvSpPr>
          <p:cNvPr id="4" name="Title 3">
            <a:extLst>
              <a:ext uri="{FF2B5EF4-FFF2-40B4-BE49-F238E27FC236}">
                <a16:creationId xmlns:a16="http://schemas.microsoft.com/office/drawing/2014/main" id="{0F090FA7-5B45-D2F2-4254-FB6DE6288676}"/>
              </a:ext>
            </a:extLst>
          </p:cNvPr>
          <p:cNvSpPr>
            <a:spLocks noGrp="1"/>
          </p:cNvSpPr>
          <p:nvPr>
            <p:ph type="title"/>
          </p:nvPr>
        </p:nvSpPr>
        <p:spPr/>
        <p:txBody>
          <a:bodyPr/>
          <a:lstStyle/>
          <a:p>
            <a:r>
              <a:rPr lang="fr-FR"/>
              <a:t>Advanced Protection</a:t>
            </a:r>
          </a:p>
        </p:txBody>
      </p:sp>
      <p:sp>
        <p:nvSpPr>
          <p:cNvPr id="6" name="Slide Number Placeholder 5">
            <a:extLst>
              <a:ext uri="{FF2B5EF4-FFF2-40B4-BE49-F238E27FC236}">
                <a16:creationId xmlns:a16="http://schemas.microsoft.com/office/drawing/2014/main" id="{77C26EC2-C416-DFE5-903B-3E22D10068F2}"/>
              </a:ext>
            </a:extLst>
          </p:cNvPr>
          <p:cNvSpPr>
            <a:spLocks noGrp="1"/>
          </p:cNvSpPr>
          <p:nvPr>
            <p:ph type="sldNum" sz="quarter" idx="16"/>
          </p:nvPr>
        </p:nvSpPr>
        <p:spPr/>
        <p:txBody>
          <a:bodyPr/>
          <a:lstStyle/>
          <a:p>
            <a:fld id="{FD5E7EB4-4CDF-47BB-AF16-07782904B863}" type="slidenum">
              <a:rPr lang="en-US" smtClean="0"/>
              <a:pPr/>
              <a:t>29</a:t>
            </a:fld>
            <a:endParaRPr lang="en-US"/>
          </a:p>
        </p:txBody>
      </p:sp>
      <p:sp>
        <p:nvSpPr>
          <p:cNvPr id="10" name="Content Placeholder 9">
            <a:extLst>
              <a:ext uri="{FF2B5EF4-FFF2-40B4-BE49-F238E27FC236}">
                <a16:creationId xmlns:a16="http://schemas.microsoft.com/office/drawing/2014/main" id="{7C7CE222-2E32-AA67-85D8-3EA9088356F3}"/>
              </a:ext>
            </a:extLst>
          </p:cNvPr>
          <p:cNvSpPr>
            <a:spLocks noGrp="1"/>
          </p:cNvSpPr>
          <p:nvPr>
            <p:ph sz="quarter" idx="14"/>
          </p:nvPr>
        </p:nvSpPr>
        <p:spPr>
          <a:xfrm>
            <a:off x="623888" y="1268760"/>
            <a:ext cx="10944227" cy="4608511"/>
          </a:xfrm>
        </p:spPr>
        <p:txBody>
          <a:bodyPr/>
          <a:lstStyle/>
          <a:p>
            <a:pPr marL="342900" indent="-342900">
              <a:buFont typeface="+mj-lt"/>
              <a:buAutoNum type="arabicPeriod"/>
            </a:pPr>
            <a:r>
              <a:rPr lang="fr-FR" dirty="0"/>
              <a:t>Une fois vos deux appareil configurés, rendez-vous sur le portail </a:t>
            </a:r>
            <a:r>
              <a:rPr lang="fr-FR" dirty="0">
                <a:hlinkClick r:id="rId2"/>
              </a:rPr>
              <a:t>https://me.merckgroup.com</a:t>
            </a:r>
            <a:endParaRPr lang="fr-FR" dirty="0"/>
          </a:p>
          <a:p>
            <a:pPr marL="342900" indent="-342900">
              <a:buFont typeface="+mj-lt"/>
              <a:buAutoNum type="arabicPeriod"/>
            </a:pPr>
            <a:r>
              <a:rPr lang="fr-FR" dirty="0"/>
              <a:t>Identifiez-vous et cochez l’option « Advanced Protection »</a:t>
            </a:r>
          </a:p>
          <a:p>
            <a:r>
              <a:rPr lang="fr-FR" dirty="0"/>
              <a:t>Ceci permettra à votre mot de passe Windows de ne plus expirer. La double authentification se fera alors également uniquement via vos appareils enregistrés sur le portail </a:t>
            </a:r>
            <a:r>
              <a:rPr lang="fr-FR" dirty="0">
                <a:hlinkClick r:id="rId2"/>
              </a:rPr>
              <a:t>https://me.merckgroup.com</a:t>
            </a:r>
            <a:endParaRPr lang="fr-FR" dirty="0"/>
          </a:p>
          <a:p>
            <a:endParaRPr lang="fr-FR" dirty="0"/>
          </a:p>
        </p:txBody>
      </p:sp>
      <p:pic>
        <p:nvPicPr>
          <p:cNvPr id="15" name="Picture 14">
            <a:extLst>
              <a:ext uri="{FF2B5EF4-FFF2-40B4-BE49-F238E27FC236}">
                <a16:creationId xmlns:a16="http://schemas.microsoft.com/office/drawing/2014/main" id="{3EC3BD61-30A8-1975-C11F-251C53AFDC7C}"/>
              </a:ext>
            </a:extLst>
          </p:cNvPr>
          <p:cNvPicPr>
            <a:picLocks noChangeAspect="1"/>
          </p:cNvPicPr>
          <p:nvPr/>
        </p:nvPicPr>
        <p:blipFill>
          <a:blip r:embed="rId3"/>
          <a:stretch>
            <a:fillRect/>
          </a:stretch>
        </p:blipFill>
        <p:spPr>
          <a:xfrm>
            <a:off x="3147739" y="2650152"/>
            <a:ext cx="5896522" cy="3805314"/>
          </a:xfrm>
          <a:prstGeom prst="rect">
            <a:avLst/>
          </a:prstGeom>
        </p:spPr>
      </p:pic>
    </p:spTree>
    <p:extLst>
      <p:ext uri="{BB962C8B-B14F-4D97-AF65-F5344CB8AC3E}">
        <p14:creationId xmlns:p14="http://schemas.microsoft.com/office/powerpoint/2010/main" val="3481750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1D325C5F-997E-355F-1541-BF781DD49F80}"/>
              </a:ext>
            </a:extLst>
          </p:cNvPr>
          <p:cNvSpPr>
            <a:spLocks noGrp="1"/>
          </p:cNvSpPr>
          <p:nvPr>
            <p:ph type="subTitle" idx="1"/>
          </p:nvPr>
        </p:nvSpPr>
        <p:spPr/>
        <p:txBody>
          <a:bodyPr/>
          <a:lstStyle/>
          <a:p>
            <a:r>
              <a:rPr lang="fr-FR" dirty="0"/>
              <a:t>Configuration méthode double authentification via SMS</a:t>
            </a:r>
          </a:p>
        </p:txBody>
      </p:sp>
      <p:sp>
        <p:nvSpPr>
          <p:cNvPr id="14" name="Title 13">
            <a:extLst>
              <a:ext uri="{FF2B5EF4-FFF2-40B4-BE49-F238E27FC236}">
                <a16:creationId xmlns:a16="http://schemas.microsoft.com/office/drawing/2014/main" id="{FA90F4C4-9502-C10D-2B3C-543675A80D73}"/>
              </a:ext>
            </a:extLst>
          </p:cNvPr>
          <p:cNvSpPr>
            <a:spLocks noGrp="1"/>
          </p:cNvSpPr>
          <p:nvPr>
            <p:ph type="ctrTitle"/>
          </p:nvPr>
        </p:nvSpPr>
        <p:spPr/>
        <p:txBody>
          <a:bodyPr/>
          <a:lstStyle/>
          <a:p>
            <a:r>
              <a:rPr lang="fr-FR" dirty="0"/>
              <a:t>Azure MFA</a:t>
            </a:r>
          </a:p>
        </p:txBody>
      </p:sp>
      <p:sp>
        <p:nvSpPr>
          <p:cNvPr id="17" name="Picture Placeholder 16">
            <a:extLst>
              <a:ext uri="{FF2B5EF4-FFF2-40B4-BE49-F238E27FC236}">
                <a16:creationId xmlns:a16="http://schemas.microsoft.com/office/drawing/2014/main" id="{ABB1C313-5540-AFE3-3EF4-0C2DBB1B93ED}"/>
              </a:ext>
            </a:extLst>
          </p:cNvPr>
          <p:cNvSpPr>
            <a:spLocks noGrp="1"/>
          </p:cNvSpPr>
          <p:nvPr>
            <p:ph type="pic" sz="quarter" idx="12"/>
          </p:nvPr>
        </p:nvSpPr>
        <p:spPr/>
      </p:sp>
      <p:sp>
        <p:nvSpPr>
          <p:cNvPr id="18" name="Text Placeholder 17">
            <a:extLst>
              <a:ext uri="{FF2B5EF4-FFF2-40B4-BE49-F238E27FC236}">
                <a16:creationId xmlns:a16="http://schemas.microsoft.com/office/drawing/2014/main" id="{C1CB4FCE-B434-7AA1-6BFD-F1F8EFA7A297}"/>
              </a:ext>
            </a:extLst>
          </p:cNvPr>
          <p:cNvSpPr>
            <a:spLocks noGrp="1"/>
          </p:cNvSpPr>
          <p:nvPr>
            <p:ph type="body" sz="quarter" idx="13"/>
          </p:nvPr>
        </p:nvSpPr>
        <p:spPr/>
        <p:txBody>
          <a:bodyPr/>
          <a:lstStyle/>
          <a:p>
            <a:endParaRPr lang="fr-FR"/>
          </a:p>
        </p:txBody>
      </p:sp>
      <p:sp>
        <p:nvSpPr>
          <p:cNvPr id="19" name="Text Placeholder 8">
            <a:extLst>
              <a:ext uri="{FF2B5EF4-FFF2-40B4-BE49-F238E27FC236}">
                <a16:creationId xmlns:a16="http://schemas.microsoft.com/office/drawing/2014/main" id="{600FD6C4-C205-39D5-43E4-1832DEAB8FFA}"/>
              </a:ext>
            </a:extLst>
          </p:cNvPr>
          <p:cNvSpPr>
            <a:spLocks noGrp="1"/>
          </p:cNvSpPr>
          <p:nvPr>
            <p:ph type="body" sz="quarter" idx="10"/>
          </p:nvPr>
        </p:nvSpPr>
        <p:spPr>
          <a:xfrm>
            <a:off x="7110778" y="4431923"/>
            <a:ext cx="2741434" cy="292478"/>
          </a:xfrm>
        </p:spPr>
        <p:txBody>
          <a:bodyPr/>
          <a:lstStyle/>
          <a:p>
            <a:r>
              <a:rPr lang="fr-FR" sz="1400" dirty="0">
                <a:hlinkClick r:id="rId2" action="ppaction://hlinksldjump"/>
              </a:rPr>
              <a:t>Retour table des matières</a:t>
            </a:r>
            <a:endParaRPr lang="fr-FR" sz="1400" dirty="0"/>
          </a:p>
        </p:txBody>
      </p:sp>
    </p:spTree>
    <p:extLst>
      <p:ext uri="{BB962C8B-B14F-4D97-AF65-F5344CB8AC3E}">
        <p14:creationId xmlns:p14="http://schemas.microsoft.com/office/powerpoint/2010/main" val="208863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DAE40F-3ACC-1CF9-581F-026AE97E7188}"/>
              </a:ext>
            </a:extLst>
          </p:cNvPr>
          <p:cNvSpPr>
            <a:spLocks noGrp="1"/>
          </p:cNvSpPr>
          <p:nvPr>
            <p:ph sz="quarter" idx="14"/>
          </p:nvPr>
        </p:nvSpPr>
        <p:spPr/>
        <p:txBody>
          <a:bodyPr/>
          <a:lstStyle/>
          <a:p>
            <a:pPr marL="285750" indent="-285750">
              <a:buFont typeface="Arial" panose="020B0604020202020204" pitchFamily="34" charset="0"/>
              <a:buChar char="•"/>
            </a:pPr>
            <a:r>
              <a:rPr lang="fr-FR" dirty="0"/>
              <a:t>La méthode de double authentification via SMS (Azure MFA) vient en complément de Passkey. Il est à noter que </a:t>
            </a:r>
            <a:r>
              <a:rPr lang="fr-FR" dirty="0" err="1"/>
              <a:t>ette</a:t>
            </a:r>
            <a:r>
              <a:rPr lang="fr-FR" dirty="0"/>
              <a:t> solution va tendre à disparaître à terme.</a:t>
            </a:r>
          </a:p>
          <a:p>
            <a:pPr marL="285750" indent="-285750">
              <a:buFont typeface="Arial" panose="020B0604020202020204" pitchFamily="34" charset="0"/>
              <a:buChar char="•"/>
            </a:pPr>
            <a:r>
              <a:rPr lang="fr-FR" dirty="0"/>
              <a:t>Il est toujours nécessaire de passer par l’étape </a:t>
            </a:r>
            <a:r>
              <a:rPr lang="fr-FR" dirty="0">
                <a:hlinkClick r:id="rId2" action="ppaction://hlinksldjump"/>
              </a:rPr>
              <a:t>du processus de démarrage </a:t>
            </a:r>
            <a:r>
              <a:rPr lang="fr-FR" dirty="0"/>
              <a:t>dans un premier temps afin de pouvoir configurer Azure MFA. </a:t>
            </a:r>
          </a:p>
        </p:txBody>
      </p:sp>
      <p:sp>
        <p:nvSpPr>
          <p:cNvPr id="3" name="Text Placeholder 2">
            <a:extLst>
              <a:ext uri="{FF2B5EF4-FFF2-40B4-BE49-F238E27FC236}">
                <a16:creationId xmlns:a16="http://schemas.microsoft.com/office/drawing/2014/main" id="{E34A2422-52A2-176E-0F3B-4EE3803921ED}"/>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1A652A70-1036-577F-8EEF-3D5A531B43B3}"/>
              </a:ext>
            </a:extLst>
          </p:cNvPr>
          <p:cNvSpPr>
            <a:spLocks noGrp="1"/>
          </p:cNvSpPr>
          <p:nvPr>
            <p:ph type="title"/>
          </p:nvPr>
        </p:nvSpPr>
        <p:spPr/>
        <p:txBody>
          <a:bodyPr/>
          <a:lstStyle/>
          <a:p>
            <a:r>
              <a:rPr lang="fr-FR" dirty="0"/>
              <a:t>Configuration Azure MFA – Méthode de double authentification SMS</a:t>
            </a:r>
          </a:p>
        </p:txBody>
      </p:sp>
      <p:sp>
        <p:nvSpPr>
          <p:cNvPr id="5" name="Slide Number Placeholder 4">
            <a:extLst>
              <a:ext uri="{FF2B5EF4-FFF2-40B4-BE49-F238E27FC236}">
                <a16:creationId xmlns:a16="http://schemas.microsoft.com/office/drawing/2014/main" id="{B10304DD-17BF-176F-5865-C5FBED3FF00D}"/>
              </a:ext>
            </a:extLst>
          </p:cNvPr>
          <p:cNvSpPr>
            <a:spLocks noGrp="1"/>
          </p:cNvSpPr>
          <p:nvPr>
            <p:ph type="sldNum" sz="quarter" idx="16"/>
          </p:nvPr>
        </p:nvSpPr>
        <p:spPr/>
        <p:txBody>
          <a:bodyPr/>
          <a:lstStyle/>
          <a:p>
            <a:fld id="{FD5E7EB4-4CDF-47BB-AF16-07782904B863}" type="slidenum">
              <a:rPr lang="en-US" smtClean="0"/>
              <a:pPr/>
              <a:t>31</a:t>
            </a:fld>
            <a:endParaRPr lang="en-US"/>
          </a:p>
        </p:txBody>
      </p:sp>
    </p:spTree>
    <p:extLst>
      <p:ext uri="{BB962C8B-B14F-4D97-AF65-F5344CB8AC3E}">
        <p14:creationId xmlns:p14="http://schemas.microsoft.com/office/powerpoint/2010/main" val="1758280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1ABE184D-B3BD-4BA5-D324-4794A2CE2C22}"/>
              </a:ext>
            </a:extLst>
          </p:cNvPr>
          <p:cNvSpPr>
            <a:spLocks noGrp="1"/>
          </p:cNvSpPr>
          <p:nvPr>
            <p:ph sz="quarter" idx="14"/>
          </p:nvPr>
        </p:nvSpPr>
        <p:spPr/>
        <p:txBody>
          <a:bodyPr/>
          <a:lstStyle/>
          <a:p>
            <a:pPr>
              <a:buFont typeface="Arial" panose="020B0604020202020204" pitchFamily="34" charset="0"/>
              <a:buChar char="•"/>
            </a:pPr>
            <a:r>
              <a:rPr lang="fr-FR" dirty="0"/>
              <a:t>Ouvrez un navigateur internet (Chrome      ou Edge     )</a:t>
            </a:r>
          </a:p>
        </p:txBody>
      </p:sp>
      <p:sp>
        <p:nvSpPr>
          <p:cNvPr id="8" name="Text Placeholder 7">
            <a:extLst>
              <a:ext uri="{FF2B5EF4-FFF2-40B4-BE49-F238E27FC236}">
                <a16:creationId xmlns:a16="http://schemas.microsoft.com/office/drawing/2014/main" id="{00C9B91D-3F58-2917-F134-BB83FE5E2F98}"/>
              </a:ext>
            </a:extLst>
          </p:cNvPr>
          <p:cNvSpPr>
            <a:spLocks noGrp="1"/>
          </p:cNvSpPr>
          <p:nvPr>
            <p:ph type="body" sz="quarter" idx="13"/>
          </p:nvPr>
        </p:nvSpPr>
        <p:spPr/>
        <p:txBody>
          <a:bodyPr/>
          <a:lstStyle/>
          <a:p>
            <a:r>
              <a:rPr lang="fr-FR" dirty="0"/>
              <a:t>Passkey</a:t>
            </a:r>
          </a:p>
        </p:txBody>
      </p:sp>
      <p:sp>
        <p:nvSpPr>
          <p:cNvPr id="7" name="Title 6">
            <a:extLst>
              <a:ext uri="{FF2B5EF4-FFF2-40B4-BE49-F238E27FC236}">
                <a16:creationId xmlns:a16="http://schemas.microsoft.com/office/drawing/2014/main" id="{D0AF61B3-EAB9-847A-51BA-1C839EA17201}"/>
              </a:ext>
            </a:extLst>
          </p:cNvPr>
          <p:cNvSpPr>
            <a:spLocks noGrp="1"/>
          </p:cNvSpPr>
          <p:nvPr>
            <p:ph type="title"/>
          </p:nvPr>
        </p:nvSpPr>
        <p:spPr/>
        <p:txBody>
          <a:bodyPr/>
          <a:lstStyle/>
          <a:p>
            <a:r>
              <a:rPr lang="fr-FR" dirty="0"/>
              <a:t>Configuration Azure MFA – Méthode de double authentification SMS</a:t>
            </a:r>
          </a:p>
        </p:txBody>
      </p:sp>
      <p:pic>
        <p:nvPicPr>
          <p:cNvPr id="12" name="Picture 11">
            <a:extLst>
              <a:ext uri="{FF2B5EF4-FFF2-40B4-BE49-F238E27FC236}">
                <a16:creationId xmlns:a16="http://schemas.microsoft.com/office/drawing/2014/main" id="{1EC95AF6-6199-BC7E-95EB-E42779381D6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0491" y="1454896"/>
            <a:ext cx="307507" cy="307507"/>
          </a:xfrm>
          <a:prstGeom prst="rect">
            <a:avLst/>
          </a:prstGeom>
          <a:noFill/>
          <a:ln>
            <a:noFill/>
          </a:ln>
        </p:spPr>
      </p:pic>
      <p:pic>
        <p:nvPicPr>
          <p:cNvPr id="13" name="Picture 12">
            <a:extLst>
              <a:ext uri="{FF2B5EF4-FFF2-40B4-BE49-F238E27FC236}">
                <a16:creationId xmlns:a16="http://schemas.microsoft.com/office/drawing/2014/main" id="{75D205CA-5FB1-9EA2-7756-591A084530A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7672" y="1454896"/>
            <a:ext cx="296209" cy="296209"/>
          </a:xfrm>
          <a:prstGeom prst="rect">
            <a:avLst/>
          </a:prstGeom>
          <a:noFill/>
          <a:ln>
            <a:noFill/>
          </a:ln>
        </p:spPr>
      </p:pic>
      <p:pic>
        <p:nvPicPr>
          <p:cNvPr id="14" name="Picture 13">
            <a:extLst>
              <a:ext uri="{FF2B5EF4-FFF2-40B4-BE49-F238E27FC236}">
                <a16:creationId xmlns:a16="http://schemas.microsoft.com/office/drawing/2014/main" id="{FC42F639-3BD6-258B-B676-3A2FF0D32930}"/>
              </a:ext>
            </a:extLst>
          </p:cNvPr>
          <p:cNvPicPr>
            <a:picLocks noChangeAspect="1"/>
          </p:cNvPicPr>
          <p:nvPr/>
        </p:nvPicPr>
        <p:blipFill>
          <a:blip r:embed="rId4"/>
          <a:stretch>
            <a:fillRect/>
          </a:stretch>
        </p:blipFill>
        <p:spPr>
          <a:xfrm>
            <a:off x="2386292" y="2203665"/>
            <a:ext cx="7024632" cy="3714798"/>
          </a:xfrm>
          <a:prstGeom prst="rect">
            <a:avLst/>
          </a:prstGeom>
        </p:spPr>
      </p:pic>
      <p:sp>
        <p:nvSpPr>
          <p:cNvPr id="15" name="Slide Number Placeholder 14">
            <a:extLst>
              <a:ext uri="{FF2B5EF4-FFF2-40B4-BE49-F238E27FC236}">
                <a16:creationId xmlns:a16="http://schemas.microsoft.com/office/drawing/2014/main" id="{DD591A31-C796-6CD5-AC89-5119F10F15CE}"/>
              </a:ext>
            </a:extLst>
          </p:cNvPr>
          <p:cNvSpPr>
            <a:spLocks noGrp="1"/>
          </p:cNvSpPr>
          <p:nvPr>
            <p:ph type="sldNum" sz="quarter" idx="16"/>
          </p:nvPr>
        </p:nvSpPr>
        <p:spPr/>
        <p:txBody>
          <a:bodyPr/>
          <a:lstStyle/>
          <a:p>
            <a:fld id="{FD5E7EB4-4CDF-47BB-AF16-07782904B863}" type="slidenum">
              <a:rPr lang="en-US" smtClean="0"/>
              <a:pPr/>
              <a:t>32</a:t>
            </a:fld>
            <a:endParaRPr lang="en-US"/>
          </a:p>
        </p:txBody>
      </p:sp>
    </p:spTree>
    <p:extLst>
      <p:ext uri="{BB962C8B-B14F-4D97-AF65-F5344CB8AC3E}">
        <p14:creationId xmlns:p14="http://schemas.microsoft.com/office/powerpoint/2010/main" val="614013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A0B761-4479-42E6-FF1A-3B4AB1E12E98}"/>
              </a:ext>
            </a:extLst>
          </p:cNvPr>
          <p:cNvSpPr>
            <a:spLocks noGrp="1"/>
          </p:cNvSpPr>
          <p:nvPr>
            <p:ph sz="quarter" idx="14"/>
          </p:nvPr>
        </p:nvSpPr>
        <p:spPr/>
        <p:txBody>
          <a:bodyPr/>
          <a:lstStyle/>
          <a:p>
            <a:pPr>
              <a:buFont typeface="Arial" panose="020B0604020202020204" pitchFamily="34" charset="0"/>
              <a:buChar char="•"/>
            </a:pPr>
            <a:r>
              <a:rPr lang="fr-FR" dirty="0"/>
              <a:t>Se rendre sur la page Azure </a:t>
            </a:r>
            <a:r>
              <a:rPr lang="fr-FR" dirty="0" err="1"/>
              <a:t>Authenticator</a:t>
            </a:r>
            <a:r>
              <a:rPr lang="fr-FR" dirty="0"/>
              <a:t> via le lien suivant: </a:t>
            </a:r>
            <a:r>
              <a:rPr lang="fr-FR" dirty="0">
                <a:hlinkClick r:id="rId2"/>
              </a:rPr>
              <a:t>https://aka.ms/mfasetup</a:t>
            </a:r>
            <a:endParaRPr lang="fr-FR" dirty="0"/>
          </a:p>
          <a:p>
            <a:pPr>
              <a:buFont typeface="Arial" panose="020B0604020202020204" pitchFamily="34" charset="0"/>
              <a:buChar char="•"/>
            </a:pPr>
            <a:r>
              <a:rPr lang="fr-FR" dirty="0"/>
              <a:t>Entrez vos identifiants Merck comme suit: </a:t>
            </a:r>
            <a:r>
              <a:rPr lang="fr-FR" dirty="0">
                <a:hlinkClick r:id="rId3"/>
              </a:rPr>
              <a:t>MXXXXXX@one.merckgroup.com</a:t>
            </a:r>
            <a:endParaRPr lang="fr-FR" dirty="0"/>
          </a:p>
          <a:p>
            <a:pPr>
              <a:buFont typeface="Arial" panose="020B0604020202020204" pitchFamily="34" charset="0"/>
              <a:buChar char="•"/>
            </a:pPr>
            <a:r>
              <a:rPr lang="fr-FR" dirty="0"/>
              <a:t>Cliquez sur </a:t>
            </a:r>
            <a:r>
              <a:rPr lang="fr-FR" b="1" i="1" dirty="0">
                <a:solidFill>
                  <a:schemeClr val="accent1"/>
                </a:solidFill>
              </a:rPr>
              <a:t>Next</a:t>
            </a:r>
          </a:p>
          <a:p>
            <a:pPr marL="0" indent="0">
              <a:buNone/>
            </a:pPr>
            <a:endParaRPr lang="fr-FR" dirty="0"/>
          </a:p>
          <a:p>
            <a:pPr marL="0" indent="0">
              <a:buNone/>
            </a:pPr>
            <a:endParaRPr lang="fr-FR" dirty="0"/>
          </a:p>
        </p:txBody>
      </p:sp>
      <p:sp>
        <p:nvSpPr>
          <p:cNvPr id="3" name="Text Placeholder 2">
            <a:extLst>
              <a:ext uri="{FF2B5EF4-FFF2-40B4-BE49-F238E27FC236}">
                <a16:creationId xmlns:a16="http://schemas.microsoft.com/office/drawing/2014/main" id="{290DB006-AE91-8418-933F-CA0863F04573}"/>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F68FCFFB-75D8-2279-2642-F07C11954376}"/>
              </a:ext>
            </a:extLst>
          </p:cNvPr>
          <p:cNvSpPr>
            <a:spLocks noGrp="1"/>
          </p:cNvSpPr>
          <p:nvPr>
            <p:ph type="title"/>
          </p:nvPr>
        </p:nvSpPr>
        <p:spPr/>
        <p:txBody>
          <a:bodyPr/>
          <a:lstStyle/>
          <a:p>
            <a:r>
              <a:rPr lang="fr-FR" dirty="0"/>
              <a:t>Configuration Azure MFA – Méthode de double authentification SMS</a:t>
            </a:r>
          </a:p>
        </p:txBody>
      </p:sp>
      <p:sp>
        <p:nvSpPr>
          <p:cNvPr id="5" name="Slide Number Placeholder 4">
            <a:extLst>
              <a:ext uri="{FF2B5EF4-FFF2-40B4-BE49-F238E27FC236}">
                <a16:creationId xmlns:a16="http://schemas.microsoft.com/office/drawing/2014/main" id="{38DFFE27-49AC-0645-883C-CC6FFDD4CE49}"/>
              </a:ext>
            </a:extLst>
          </p:cNvPr>
          <p:cNvSpPr>
            <a:spLocks noGrp="1"/>
          </p:cNvSpPr>
          <p:nvPr>
            <p:ph type="sldNum" sz="quarter" idx="16"/>
          </p:nvPr>
        </p:nvSpPr>
        <p:spPr/>
        <p:txBody>
          <a:bodyPr/>
          <a:lstStyle/>
          <a:p>
            <a:fld id="{FD5E7EB4-4CDF-47BB-AF16-07782904B863}" type="slidenum">
              <a:rPr lang="en-US" smtClean="0"/>
              <a:pPr/>
              <a:t>33</a:t>
            </a:fld>
            <a:endParaRPr lang="en-US"/>
          </a:p>
        </p:txBody>
      </p:sp>
      <p:pic>
        <p:nvPicPr>
          <p:cNvPr id="6" name="Picture 5">
            <a:extLst>
              <a:ext uri="{FF2B5EF4-FFF2-40B4-BE49-F238E27FC236}">
                <a16:creationId xmlns:a16="http://schemas.microsoft.com/office/drawing/2014/main" id="{279B9409-C397-6D50-7FB1-1AA01CD804E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7092" y="2777732"/>
            <a:ext cx="6312085" cy="3349468"/>
          </a:xfrm>
          <a:prstGeom prst="rect">
            <a:avLst/>
          </a:prstGeom>
          <a:noFill/>
          <a:ln>
            <a:noFill/>
          </a:ln>
        </p:spPr>
      </p:pic>
    </p:spTree>
    <p:extLst>
      <p:ext uri="{BB962C8B-B14F-4D97-AF65-F5344CB8AC3E}">
        <p14:creationId xmlns:p14="http://schemas.microsoft.com/office/powerpoint/2010/main" val="229080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C56E82-8352-7F84-059F-B027745C7FA3}"/>
              </a:ext>
            </a:extLst>
          </p:cNvPr>
          <p:cNvSpPr>
            <a:spLocks noGrp="1"/>
          </p:cNvSpPr>
          <p:nvPr>
            <p:ph sz="quarter" idx="14"/>
          </p:nvPr>
        </p:nvSpPr>
        <p:spPr/>
        <p:txBody>
          <a:bodyPr/>
          <a:lstStyle/>
          <a:p>
            <a:pPr>
              <a:buFont typeface="Arial" panose="020B0604020202020204" pitchFamily="34" charset="0"/>
              <a:buChar char="•"/>
            </a:pPr>
            <a:r>
              <a:rPr lang="fr-FR" dirty="0"/>
              <a:t>Choisissez l’option </a:t>
            </a:r>
            <a:r>
              <a:rPr lang="fr-FR" i="1" dirty="0">
                <a:solidFill>
                  <a:schemeClr val="accent1"/>
                </a:solidFill>
              </a:rPr>
              <a:t>« I </a:t>
            </a:r>
            <a:r>
              <a:rPr lang="fr-FR" i="1" dirty="0" err="1">
                <a:solidFill>
                  <a:schemeClr val="accent1"/>
                </a:solidFill>
              </a:rPr>
              <a:t>want</a:t>
            </a:r>
            <a:r>
              <a:rPr lang="fr-FR" i="1" dirty="0">
                <a:solidFill>
                  <a:schemeClr val="accent1"/>
                </a:solidFill>
              </a:rPr>
              <a:t> to set op a </a:t>
            </a:r>
            <a:r>
              <a:rPr lang="fr-FR" i="1" dirty="0" err="1">
                <a:solidFill>
                  <a:schemeClr val="accent1"/>
                </a:solidFill>
              </a:rPr>
              <a:t>different</a:t>
            </a:r>
            <a:r>
              <a:rPr lang="fr-FR" i="1" dirty="0">
                <a:solidFill>
                  <a:schemeClr val="accent1"/>
                </a:solidFill>
              </a:rPr>
              <a:t> </a:t>
            </a:r>
            <a:r>
              <a:rPr lang="fr-FR" i="1" dirty="0" err="1">
                <a:solidFill>
                  <a:schemeClr val="accent1"/>
                </a:solidFill>
              </a:rPr>
              <a:t>method</a:t>
            </a:r>
            <a:r>
              <a:rPr lang="fr-FR" i="1" dirty="0">
                <a:solidFill>
                  <a:schemeClr val="accent1"/>
                </a:solidFill>
              </a:rPr>
              <a:t> »</a:t>
            </a:r>
            <a:endParaRPr lang="fr-FR" b="1" i="1" dirty="0">
              <a:solidFill>
                <a:schemeClr val="accent1"/>
              </a:solidFill>
            </a:endParaRPr>
          </a:p>
        </p:txBody>
      </p:sp>
      <p:sp>
        <p:nvSpPr>
          <p:cNvPr id="3" name="Text Placeholder 2">
            <a:extLst>
              <a:ext uri="{FF2B5EF4-FFF2-40B4-BE49-F238E27FC236}">
                <a16:creationId xmlns:a16="http://schemas.microsoft.com/office/drawing/2014/main" id="{C5F8885E-4311-8CBE-8DA8-46457023A9EE}"/>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38CC0414-7A1B-6D4B-37F0-FE7852E97078}"/>
              </a:ext>
            </a:extLst>
          </p:cNvPr>
          <p:cNvSpPr>
            <a:spLocks noGrp="1"/>
          </p:cNvSpPr>
          <p:nvPr>
            <p:ph type="title"/>
          </p:nvPr>
        </p:nvSpPr>
        <p:spPr/>
        <p:txBody>
          <a:bodyPr/>
          <a:lstStyle/>
          <a:p>
            <a:r>
              <a:rPr lang="fr-FR" dirty="0"/>
              <a:t>Configuration Azure MFA – Méthode de double authentification SMS</a:t>
            </a:r>
          </a:p>
        </p:txBody>
      </p:sp>
      <p:sp>
        <p:nvSpPr>
          <p:cNvPr id="5" name="Slide Number Placeholder 4">
            <a:extLst>
              <a:ext uri="{FF2B5EF4-FFF2-40B4-BE49-F238E27FC236}">
                <a16:creationId xmlns:a16="http://schemas.microsoft.com/office/drawing/2014/main" id="{8412D8DD-0192-EFB6-C78B-BB392A0B73CF}"/>
              </a:ext>
            </a:extLst>
          </p:cNvPr>
          <p:cNvSpPr>
            <a:spLocks noGrp="1"/>
          </p:cNvSpPr>
          <p:nvPr>
            <p:ph type="sldNum" sz="quarter" idx="16"/>
          </p:nvPr>
        </p:nvSpPr>
        <p:spPr/>
        <p:txBody>
          <a:bodyPr/>
          <a:lstStyle/>
          <a:p>
            <a:fld id="{FD5E7EB4-4CDF-47BB-AF16-07782904B863}" type="slidenum">
              <a:rPr lang="en-US" smtClean="0"/>
              <a:pPr/>
              <a:t>34</a:t>
            </a:fld>
            <a:endParaRPr lang="en-US"/>
          </a:p>
        </p:txBody>
      </p:sp>
      <p:pic>
        <p:nvPicPr>
          <p:cNvPr id="6" name="Picture 5">
            <a:extLst>
              <a:ext uri="{FF2B5EF4-FFF2-40B4-BE49-F238E27FC236}">
                <a16:creationId xmlns:a16="http://schemas.microsoft.com/office/drawing/2014/main" id="{733EEEB2-ACB2-54B3-EEC0-58F45F0473C2}"/>
              </a:ext>
            </a:extLst>
          </p:cNvPr>
          <p:cNvPicPr>
            <a:picLocks noChangeAspect="1"/>
          </p:cNvPicPr>
          <p:nvPr/>
        </p:nvPicPr>
        <p:blipFill>
          <a:blip r:embed="rId2"/>
          <a:stretch>
            <a:fillRect/>
          </a:stretch>
        </p:blipFill>
        <p:spPr>
          <a:xfrm>
            <a:off x="2792934" y="2223248"/>
            <a:ext cx="6606131" cy="3520794"/>
          </a:xfrm>
          <a:prstGeom prst="rect">
            <a:avLst/>
          </a:prstGeom>
        </p:spPr>
      </p:pic>
    </p:spTree>
    <p:extLst>
      <p:ext uri="{BB962C8B-B14F-4D97-AF65-F5344CB8AC3E}">
        <p14:creationId xmlns:p14="http://schemas.microsoft.com/office/powerpoint/2010/main" val="2064912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23D04-B54C-91EF-970F-61D8AFF4CB2E}"/>
              </a:ext>
            </a:extLst>
          </p:cNvPr>
          <p:cNvSpPr>
            <a:spLocks noGrp="1"/>
          </p:cNvSpPr>
          <p:nvPr>
            <p:ph sz="quarter" idx="14"/>
          </p:nvPr>
        </p:nvSpPr>
        <p:spPr/>
        <p:txBody>
          <a:bodyPr/>
          <a:lstStyle/>
          <a:p>
            <a:pPr>
              <a:buFont typeface="Arial" panose="020B0604020202020204" pitchFamily="34" charset="0"/>
              <a:buChar char="•"/>
            </a:pPr>
            <a:r>
              <a:rPr lang="fr-FR" dirty="0"/>
              <a:t>Dans le choix de la méthode d’authentification, sélectionnez </a:t>
            </a:r>
            <a:r>
              <a:rPr lang="fr-FR" dirty="0">
                <a:solidFill>
                  <a:schemeClr val="accent1"/>
                </a:solidFill>
              </a:rPr>
              <a:t>Phone</a:t>
            </a:r>
            <a:r>
              <a:rPr lang="fr-FR" dirty="0"/>
              <a:t>.</a:t>
            </a:r>
          </a:p>
        </p:txBody>
      </p:sp>
      <p:sp>
        <p:nvSpPr>
          <p:cNvPr id="3" name="Text Placeholder 2">
            <a:extLst>
              <a:ext uri="{FF2B5EF4-FFF2-40B4-BE49-F238E27FC236}">
                <a16:creationId xmlns:a16="http://schemas.microsoft.com/office/drawing/2014/main" id="{FB687F55-3024-386C-90CE-F2B5EFA92486}"/>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14CECD73-2B7E-7CF5-2CFC-628DC2B8077C}"/>
              </a:ext>
            </a:extLst>
          </p:cNvPr>
          <p:cNvSpPr>
            <a:spLocks noGrp="1"/>
          </p:cNvSpPr>
          <p:nvPr>
            <p:ph type="title"/>
          </p:nvPr>
        </p:nvSpPr>
        <p:spPr/>
        <p:txBody>
          <a:bodyPr/>
          <a:lstStyle/>
          <a:p>
            <a:r>
              <a:rPr lang="fr-FR" sz="1800" b="1" kern="1200" baseline="0" dirty="0">
                <a:solidFill>
                  <a:srgbClr val="503291"/>
                </a:solidFill>
                <a:effectLst/>
                <a:latin typeface="Verdana" panose="020B0604030504040204" pitchFamily="34" charset="0"/>
                <a:ea typeface="Verdana" panose="020B0604030504040204" pitchFamily="34" charset="0"/>
                <a:cs typeface="Verdana" panose="020B0604030504040204" pitchFamily="34" charset="0"/>
              </a:rPr>
              <a:t>Configuration Azure MFA – Méthode de double authentification SMS</a:t>
            </a:r>
            <a:endParaRPr lang="fr-FR" dirty="0"/>
          </a:p>
        </p:txBody>
      </p:sp>
      <p:sp>
        <p:nvSpPr>
          <p:cNvPr id="5" name="Slide Number Placeholder 4">
            <a:extLst>
              <a:ext uri="{FF2B5EF4-FFF2-40B4-BE49-F238E27FC236}">
                <a16:creationId xmlns:a16="http://schemas.microsoft.com/office/drawing/2014/main" id="{6D521FC9-EC1E-A682-5593-F411642D3E89}"/>
              </a:ext>
            </a:extLst>
          </p:cNvPr>
          <p:cNvSpPr>
            <a:spLocks noGrp="1"/>
          </p:cNvSpPr>
          <p:nvPr>
            <p:ph type="sldNum" sz="quarter" idx="16"/>
          </p:nvPr>
        </p:nvSpPr>
        <p:spPr/>
        <p:txBody>
          <a:bodyPr/>
          <a:lstStyle/>
          <a:p>
            <a:fld id="{FD5E7EB4-4CDF-47BB-AF16-07782904B863}" type="slidenum">
              <a:rPr lang="en-US" smtClean="0"/>
              <a:pPr/>
              <a:t>35</a:t>
            </a:fld>
            <a:endParaRPr lang="en-US"/>
          </a:p>
        </p:txBody>
      </p:sp>
      <p:pic>
        <p:nvPicPr>
          <p:cNvPr id="6" name="Picture 5">
            <a:extLst>
              <a:ext uri="{FF2B5EF4-FFF2-40B4-BE49-F238E27FC236}">
                <a16:creationId xmlns:a16="http://schemas.microsoft.com/office/drawing/2014/main" id="{089E517C-DE1B-FC73-6AD0-021458B6B330}"/>
              </a:ext>
            </a:extLst>
          </p:cNvPr>
          <p:cNvPicPr>
            <a:picLocks noChangeAspect="1"/>
          </p:cNvPicPr>
          <p:nvPr/>
        </p:nvPicPr>
        <p:blipFill>
          <a:blip r:embed="rId2"/>
          <a:stretch>
            <a:fillRect/>
          </a:stretch>
        </p:blipFill>
        <p:spPr>
          <a:xfrm>
            <a:off x="2062318" y="2234296"/>
            <a:ext cx="7389172" cy="3915316"/>
          </a:xfrm>
          <a:prstGeom prst="rect">
            <a:avLst/>
          </a:prstGeom>
        </p:spPr>
      </p:pic>
      <p:sp>
        <p:nvSpPr>
          <p:cNvPr id="7" name="Rectangle 6">
            <a:extLst>
              <a:ext uri="{FF2B5EF4-FFF2-40B4-BE49-F238E27FC236}">
                <a16:creationId xmlns:a16="http://schemas.microsoft.com/office/drawing/2014/main" id="{BFBD720B-A4A5-3C90-8287-C5CB4808B1AB}"/>
              </a:ext>
            </a:extLst>
          </p:cNvPr>
          <p:cNvSpPr/>
          <p:nvPr/>
        </p:nvSpPr>
        <p:spPr bwMode="gray">
          <a:xfrm>
            <a:off x="4939553" y="4751294"/>
            <a:ext cx="448235" cy="188259"/>
          </a:xfrm>
          <a:prstGeom prst="rect">
            <a:avLst/>
          </a:prstGeom>
          <a:noFill/>
          <a:ln w="38100" cap="flat" cmpd="sng" algn="ctr">
            <a:solidFill>
              <a:srgbClr val="E61E50"/>
            </a:solid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fr-FR" sz="1600" kern="0" dirty="0" err="1">
              <a:solidFill>
                <a:srgbClr val="FFFFFF"/>
              </a:solidFill>
              <a:latin typeface="Verdana"/>
            </a:endParaRPr>
          </a:p>
        </p:txBody>
      </p:sp>
      <p:cxnSp>
        <p:nvCxnSpPr>
          <p:cNvPr id="9" name="Straight Arrow Connector 8">
            <a:extLst>
              <a:ext uri="{FF2B5EF4-FFF2-40B4-BE49-F238E27FC236}">
                <a16:creationId xmlns:a16="http://schemas.microsoft.com/office/drawing/2014/main" id="{B4628DF1-85F3-6628-11F2-BBECD03F3FAD}"/>
              </a:ext>
            </a:extLst>
          </p:cNvPr>
          <p:cNvCxnSpPr>
            <a:cxnSpLocks/>
          </p:cNvCxnSpPr>
          <p:nvPr/>
        </p:nvCxnSpPr>
        <p:spPr>
          <a:xfrm flipH="1">
            <a:off x="5434174" y="4666781"/>
            <a:ext cx="645459" cy="206188"/>
          </a:xfrm>
          <a:prstGeom prst="straightConnector1">
            <a:avLst/>
          </a:prstGeom>
          <a:ln w="76200">
            <a:solidFill>
              <a:srgbClr val="E61E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7263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9D0A06-499C-9B8C-A921-51A27140AC8E}"/>
              </a:ext>
            </a:extLst>
          </p:cNvPr>
          <p:cNvSpPr>
            <a:spLocks noGrp="1"/>
          </p:cNvSpPr>
          <p:nvPr>
            <p:ph sz="quarter" idx="14"/>
          </p:nvPr>
        </p:nvSpPr>
        <p:spPr/>
        <p:txBody>
          <a:bodyPr/>
          <a:lstStyle/>
          <a:p>
            <a:pPr>
              <a:buFont typeface="Arial" panose="020B0604020202020204" pitchFamily="34" charset="0"/>
              <a:buChar char="•"/>
            </a:pPr>
            <a:r>
              <a:rPr lang="fr-FR" dirty="0"/>
              <a:t>Confirmez le choix et entrez votre numéro de mobile en sélectionnant au préalable le suffixe </a:t>
            </a:r>
            <a:r>
              <a:rPr lang="fr-FR" dirty="0">
                <a:solidFill>
                  <a:schemeClr val="accent1"/>
                </a:solidFill>
              </a:rPr>
              <a:t>France</a:t>
            </a:r>
            <a:r>
              <a:rPr lang="fr-FR" dirty="0"/>
              <a:t> </a:t>
            </a:r>
            <a:r>
              <a:rPr lang="fr-FR" dirty="0">
                <a:solidFill>
                  <a:schemeClr val="accent1"/>
                </a:solidFill>
              </a:rPr>
              <a:t>(+33)</a:t>
            </a:r>
          </a:p>
        </p:txBody>
      </p:sp>
      <p:sp>
        <p:nvSpPr>
          <p:cNvPr id="3" name="Text Placeholder 2">
            <a:extLst>
              <a:ext uri="{FF2B5EF4-FFF2-40B4-BE49-F238E27FC236}">
                <a16:creationId xmlns:a16="http://schemas.microsoft.com/office/drawing/2014/main" id="{99612FA6-A0C7-D20C-26CF-7BBC0B1A20C5}"/>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573AE72E-7AF7-66AB-49B5-D0E52069F104}"/>
              </a:ext>
            </a:extLst>
          </p:cNvPr>
          <p:cNvSpPr>
            <a:spLocks noGrp="1"/>
          </p:cNvSpPr>
          <p:nvPr>
            <p:ph type="title"/>
          </p:nvPr>
        </p:nvSpPr>
        <p:spPr/>
        <p:txBody>
          <a:bodyPr/>
          <a:lstStyle/>
          <a:p>
            <a:r>
              <a:rPr lang="fr-FR" sz="1800" b="1" kern="1200" baseline="0" dirty="0">
                <a:solidFill>
                  <a:srgbClr val="503291"/>
                </a:solidFill>
                <a:effectLst/>
                <a:latin typeface="Verdana" panose="020B0604030504040204" pitchFamily="34" charset="0"/>
                <a:ea typeface="Verdana" panose="020B0604030504040204" pitchFamily="34" charset="0"/>
                <a:cs typeface="Verdana" panose="020B0604030504040204" pitchFamily="34" charset="0"/>
              </a:rPr>
              <a:t>Configuration Azure MFA – Méthode de double authentification SMS</a:t>
            </a:r>
            <a:endParaRPr lang="fr-FR" dirty="0"/>
          </a:p>
        </p:txBody>
      </p:sp>
      <p:sp>
        <p:nvSpPr>
          <p:cNvPr id="5" name="Slide Number Placeholder 4">
            <a:extLst>
              <a:ext uri="{FF2B5EF4-FFF2-40B4-BE49-F238E27FC236}">
                <a16:creationId xmlns:a16="http://schemas.microsoft.com/office/drawing/2014/main" id="{CDA3FFA2-3C90-7B84-6F9D-38E2AC9E7559}"/>
              </a:ext>
            </a:extLst>
          </p:cNvPr>
          <p:cNvSpPr>
            <a:spLocks noGrp="1"/>
          </p:cNvSpPr>
          <p:nvPr>
            <p:ph type="sldNum" sz="quarter" idx="16"/>
          </p:nvPr>
        </p:nvSpPr>
        <p:spPr/>
        <p:txBody>
          <a:bodyPr/>
          <a:lstStyle/>
          <a:p>
            <a:fld id="{FD5E7EB4-4CDF-47BB-AF16-07782904B863}" type="slidenum">
              <a:rPr lang="en-US" smtClean="0"/>
              <a:pPr/>
              <a:t>36</a:t>
            </a:fld>
            <a:endParaRPr lang="en-US"/>
          </a:p>
        </p:txBody>
      </p:sp>
      <p:pic>
        <p:nvPicPr>
          <p:cNvPr id="6" name="Picture 5">
            <a:extLst>
              <a:ext uri="{FF2B5EF4-FFF2-40B4-BE49-F238E27FC236}">
                <a16:creationId xmlns:a16="http://schemas.microsoft.com/office/drawing/2014/main" id="{B83DD6A9-14F4-5671-F353-64DF956EBAAE}"/>
              </a:ext>
            </a:extLst>
          </p:cNvPr>
          <p:cNvPicPr>
            <a:picLocks noChangeAspect="1"/>
          </p:cNvPicPr>
          <p:nvPr/>
        </p:nvPicPr>
        <p:blipFill>
          <a:blip r:embed="rId2"/>
          <a:stretch>
            <a:fillRect/>
          </a:stretch>
        </p:blipFill>
        <p:spPr>
          <a:xfrm>
            <a:off x="2205318" y="2300100"/>
            <a:ext cx="7403557" cy="3936812"/>
          </a:xfrm>
          <a:prstGeom prst="rect">
            <a:avLst/>
          </a:prstGeom>
        </p:spPr>
      </p:pic>
      <p:sp>
        <p:nvSpPr>
          <p:cNvPr id="7" name="Rectangle 6">
            <a:extLst>
              <a:ext uri="{FF2B5EF4-FFF2-40B4-BE49-F238E27FC236}">
                <a16:creationId xmlns:a16="http://schemas.microsoft.com/office/drawing/2014/main" id="{23BC3DD3-59F3-A689-628C-BEFC8B845865}"/>
              </a:ext>
            </a:extLst>
          </p:cNvPr>
          <p:cNvSpPr/>
          <p:nvPr/>
        </p:nvSpPr>
        <p:spPr bwMode="gray">
          <a:xfrm>
            <a:off x="3917577" y="4105837"/>
            <a:ext cx="1873623" cy="206188"/>
          </a:xfrm>
          <a:prstGeom prst="rect">
            <a:avLst/>
          </a:prstGeom>
          <a:noFill/>
          <a:ln w="38100" cap="flat" cmpd="sng" algn="ctr">
            <a:solidFill>
              <a:srgbClr val="E61E50"/>
            </a:solid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fr-FR" sz="1600" kern="0" dirty="0" err="1">
              <a:solidFill>
                <a:srgbClr val="FFFFFF"/>
              </a:solidFill>
              <a:latin typeface="Verdana"/>
            </a:endParaRPr>
          </a:p>
        </p:txBody>
      </p:sp>
      <p:cxnSp>
        <p:nvCxnSpPr>
          <p:cNvPr id="8" name="Straight Arrow Connector 7">
            <a:extLst>
              <a:ext uri="{FF2B5EF4-FFF2-40B4-BE49-F238E27FC236}">
                <a16:creationId xmlns:a16="http://schemas.microsoft.com/office/drawing/2014/main" id="{D19E7F1B-B86D-D6BD-7F47-BE7BC56B83B7}"/>
              </a:ext>
            </a:extLst>
          </p:cNvPr>
          <p:cNvCxnSpPr>
            <a:cxnSpLocks/>
            <a:endCxn id="7" idx="3"/>
          </p:cNvCxnSpPr>
          <p:nvPr/>
        </p:nvCxnSpPr>
        <p:spPr>
          <a:xfrm flipH="1">
            <a:off x="5791200" y="3917580"/>
            <a:ext cx="709776" cy="291351"/>
          </a:xfrm>
          <a:prstGeom prst="straightConnector1">
            <a:avLst/>
          </a:prstGeom>
          <a:ln w="76200">
            <a:solidFill>
              <a:srgbClr val="E61E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166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7185D5-E6D7-7326-B055-7684C97A0254}"/>
              </a:ext>
            </a:extLst>
          </p:cNvPr>
          <p:cNvSpPr>
            <a:spLocks noGrp="1"/>
          </p:cNvSpPr>
          <p:nvPr>
            <p:ph sz="quarter" idx="14"/>
          </p:nvPr>
        </p:nvSpPr>
        <p:spPr/>
        <p:txBody>
          <a:bodyPr/>
          <a:lstStyle/>
          <a:p>
            <a:pPr>
              <a:buFont typeface="Arial" panose="020B0604020202020204" pitchFamily="34" charset="0"/>
              <a:buChar char="•"/>
            </a:pPr>
            <a:r>
              <a:rPr lang="fr-FR" dirty="0"/>
              <a:t>Gardez l’option </a:t>
            </a:r>
            <a:r>
              <a:rPr lang="fr-FR" dirty="0" err="1">
                <a:solidFill>
                  <a:schemeClr val="accent1"/>
                </a:solidFill>
              </a:rPr>
              <a:t>Text</a:t>
            </a:r>
            <a:r>
              <a:rPr lang="fr-FR" dirty="0">
                <a:solidFill>
                  <a:schemeClr val="accent1"/>
                </a:solidFill>
              </a:rPr>
              <a:t> me a code </a:t>
            </a:r>
            <a:r>
              <a:rPr lang="fr-FR" dirty="0"/>
              <a:t>afin de recevoir un SMS avec le code à 6 chiffres.</a:t>
            </a:r>
          </a:p>
        </p:txBody>
      </p:sp>
      <p:sp>
        <p:nvSpPr>
          <p:cNvPr id="3" name="Text Placeholder 2">
            <a:extLst>
              <a:ext uri="{FF2B5EF4-FFF2-40B4-BE49-F238E27FC236}">
                <a16:creationId xmlns:a16="http://schemas.microsoft.com/office/drawing/2014/main" id="{88C2959B-ED7C-A335-C794-CC34D3EEA23B}"/>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BF475960-1CAA-73EF-7B13-212ADAE589F4}"/>
              </a:ext>
            </a:extLst>
          </p:cNvPr>
          <p:cNvSpPr>
            <a:spLocks noGrp="1"/>
          </p:cNvSpPr>
          <p:nvPr>
            <p:ph type="title"/>
          </p:nvPr>
        </p:nvSpPr>
        <p:spPr/>
        <p:txBody>
          <a:bodyPr/>
          <a:lstStyle/>
          <a:p>
            <a:r>
              <a:rPr lang="fr-FR" sz="1800" b="1" kern="1200" baseline="0" dirty="0">
                <a:solidFill>
                  <a:srgbClr val="503291"/>
                </a:solidFill>
                <a:effectLst/>
                <a:latin typeface="Verdana" panose="020B0604030504040204" pitchFamily="34" charset="0"/>
                <a:ea typeface="Verdana" panose="020B0604030504040204" pitchFamily="34" charset="0"/>
                <a:cs typeface="Verdana" panose="020B0604030504040204" pitchFamily="34" charset="0"/>
              </a:rPr>
              <a:t>Configuration Azure MFA – Méthode de double authentification SMS</a:t>
            </a:r>
            <a:endParaRPr lang="fr-FR" dirty="0"/>
          </a:p>
        </p:txBody>
      </p:sp>
      <p:sp>
        <p:nvSpPr>
          <p:cNvPr id="5" name="Slide Number Placeholder 4">
            <a:extLst>
              <a:ext uri="{FF2B5EF4-FFF2-40B4-BE49-F238E27FC236}">
                <a16:creationId xmlns:a16="http://schemas.microsoft.com/office/drawing/2014/main" id="{FED03654-EC9D-F997-D42B-C9B08B3AA3A3}"/>
              </a:ext>
            </a:extLst>
          </p:cNvPr>
          <p:cNvSpPr>
            <a:spLocks noGrp="1"/>
          </p:cNvSpPr>
          <p:nvPr>
            <p:ph type="sldNum" sz="quarter" idx="16"/>
          </p:nvPr>
        </p:nvSpPr>
        <p:spPr/>
        <p:txBody>
          <a:bodyPr/>
          <a:lstStyle/>
          <a:p>
            <a:fld id="{FD5E7EB4-4CDF-47BB-AF16-07782904B863}" type="slidenum">
              <a:rPr lang="en-US" smtClean="0"/>
              <a:pPr/>
              <a:t>37</a:t>
            </a:fld>
            <a:endParaRPr lang="en-US"/>
          </a:p>
        </p:txBody>
      </p:sp>
      <p:pic>
        <p:nvPicPr>
          <p:cNvPr id="6" name="Picture 5">
            <a:extLst>
              <a:ext uri="{FF2B5EF4-FFF2-40B4-BE49-F238E27FC236}">
                <a16:creationId xmlns:a16="http://schemas.microsoft.com/office/drawing/2014/main" id="{BCDF6396-5CF1-B665-31BD-AFB158F3342A}"/>
              </a:ext>
            </a:extLst>
          </p:cNvPr>
          <p:cNvPicPr>
            <a:picLocks noChangeAspect="1"/>
          </p:cNvPicPr>
          <p:nvPr/>
        </p:nvPicPr>
        <p:blipFill>
          <a:blip r:embed="rId2"/>
          <a:stretch>
            <a:fillRect/>
          </a:stretch>
        </p:blipFill>
        <p:spPr>
          <a:xfrm>
            <a:off x="2151529" y="2115462"/>
            <a:ext cx="7522631" cy="4011738"/>
          </a:xfrm>
          <a:prstGeom prst="rect">
            <a:avLst/>
          </a:prstGeom>
        </p:spPr>
      </p:pic>
    </p:spTree>
    <p:extLst>
      <p:ext uri="{BB962C8B-B14F-4D97-AF65-F5344CB8AC3E}">
        <p14:creationId xmlns:p14="http://schemas.microsoft.com/office/powerpoint/2010/main" val="509205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49DC92-3937-0A0A-5B51-9980AFDFFEE0}"/>
              </a:ext>
            </a:extLst>
          </p:cNvPr>
          <p:cNvSpPr>
            <a:spLocks noGrp="1"/>
          </p:cNvSpPr>
          <p:nvPr>
            <p:ph sz="quarter" idx="14"/>
          </p:nvPr>
        </p:nvSpPr>
        <p:spPr/>
        <p:txBody>
          <a:bodyPr/>
          <a:lstStyle/>
          <a:p>
            <a:pPr>
              <a:buFont typeface="Arial" panose="020B0604020202020204" pitchFamily="34" charset="0"/>
              <a:buChar char="•"/>
            </a:pPr>
            <a:r>
              <a:rPr lang="fr-FR" dirty="0"/>
              <a:t>Une fois le code renseigné, bravo, vous avez finalisé l’enregistrement d’Azure </a:t>
            </a:r>
            <a:r>
              <a:rPr lang="fr-FR" dirty="0" err="1"/>
              <a:t>authentificator</a:t>
            </a:r>
            <a:r>
              <a:rPr lang="fr-FR" dirty="0"/>
              <a:t>.</a:t>
            </a:r>
          </a:p>
          <a:p>
            <a:pPr>
              <a:buFont typeface="Arial" panose="020B0604020202020204" pitchFamily="34" charset="0"/>
              <a:buChar char="•"/>
            </a:pPr>
            <a:r>
              <a:rPr lang="fr-FR" dirty="0"/>
              <a:t>Dorénavant, vous recevrez un SMS avec le code qui vous permettra de sécuriser votre compte.</a:t>
            </a:r>
          </a:p>
          <a:p>
            <a:pPr>
              <a:buFont typeface="Arial" panose="020B0604020202020204" pitchFamily="34" charset="0"/>
              <a:buChar char="•"/>
            </a:pPr>
            <a:endParaRPr lang="fr-FR" dirty="0"/>
          </a:p>
        </p:txBody>
      </p:sp>
      <p:sp>
        <p:nvSpPr>
          <p:cNvPr id="3" name="Text Placeholder 2">
            <a:extLst>
              <a:ext uri="{FF2B5EF4-FFF2-40B4-BE49-F238E27FC236}">
                <a16:creationId xmlns:a16="http://schemas.microsoft.com/office/drawing/2014/main" id="{FB6EA92E-C9DF-3055-70DD-CF58BC089F5F}"/>
              </a:ext>
            </a:extLst>
          </p:cNvPr>
          <p:cNvSpPr>
            <a:spLocks noGrp="1"/>
          </p:cNvSpPr>
          <p:nvPr>
            <p:ph type="body" sz="quarter" idx="13"/>
          </p:nvPr>
        </p:nvSpPr>
        <p:spPr/>
        <p:txBody>
          <a:bodyPr/>
          <a:lstStyle/>
          <a:p>
            <a:r>
              <a:rPr lang="fr-FR" dirty="0"/>
              <a:t>Passkey</a:t>
            </a:r>
          </a:p>
        </p:txBody>
      </p:sp>
      <p:sp>
        <p:nvSpPr>
          <p:cNvPr id="4" name="Title 3">
            <a:extLst>
              <a:ext uri="{FF2B5EF4-FFF2-40B4-BE49-F238E27FC236}">
                <a16:creationId xmlns:a16="http://schemas.microsoft.com/office/drawing/2014/main" id="{B59ADF47-4527-7E75-BD2E-08456A4370DB}"/>
              </a:ext>
            </a:extLst>
          </p:cNvPr>
          <p:cNvSpPr>
            <a:spLocks noGrp="1"/>
          </p:cNvSpPr>
          <p:nvPr>
            <p:ph type="title"/>
          </p:nvPr>
        </p:nvSpPr>
        <p:spPr/>
        <p:txBody>
          <a:bodyPr/>
          <a:lstStyle/>
          <a:p>
            <a:r>
              <a:rPr lang="fr-FR" sz="1800" b="1" kern="1200" baseline="0" dirty="0">
                <a:solidFill>
                  <a:srgbClr val="503291"/>
                </a:solidFill>
                <a:effectLst/>
                <a:latin typeface="Verdana" panose="020B0604030504040204" pitchFamily="34" charset="0"/>
                <a:ea typeface="Verdana" panose="020B0604030504040204" pitchFamily="34" charset="0"/>
                <a:cs typeface="Verdana" panose="020B0604030504040204" pitchFamily="34" charset="0"/>
              </a:rPr>
              <a:t>Configuration Azure MFA – Méthode de double authentification SMS</a:t>
            </a:r>
            <a:endParaRPr lang="fr-FR" dirty="0"/>
          </a:p>
        </p:txBody>
      </p:sp>
      <p:sp>
        <p:nvSpPr>
          <p:cNvPr id="5" name="Slide Number Placeholder 4">
            <a:extLst>
              <a:ext uri="{FF2B5EF4-FFF2-40B4-BE49-F238E27FC236}">
                <a16:creationId xmlns:a16="http://schemas.microsoft.com/office/drawing/2014/main" id="{BF618026-A0FD-6079-FAAC-D12F5CB40D70}"/>
              </a:ext>
            </a:extLst>
          </p:cNvPr>
          <p:cNvSpPr>
            <a:spLocks noGrp="1"/>
          </p:cNvSpPr>
          <p:nvPr>
            <p:ph type="sldNum" sz="quarter" idx="16"/>
          </p:nvPr>
        </p:nvSpPr>
        <p:spPr/>
        <p:txBody>
          <a:bodyPr/>
          <a:lstStyle/>
          <a:p>
            <a:fld id="{FD5E7EB4-4CDF-47BB-AF16-07782904B863}" type="slidenum">
              <a:rPr lang="en-US" smtClean="0"/>
              <a:pPr/>
              <a:t>38</a:t>
            </a:fld>
            <a:endParaRPr lang="en-US"/>
          </a:p>
        </p:txBody>
      </p:sp>
      <p:pic>
        <p:nvPicPr>
          <p:cNvPr id="6" name="Picture 5">
            <a:extLst>
              <a:ext uri="{FF2B5EF4-FFF2-40B4-BE49-F238E27FC236}">
                <a16:creationId xmlns:a16="http://schemas.microsoft.com/office/drawing/2014/main" id="{10B9EE5A-33DD-E504-B070-F1D816571C73}"/>
              </a:ext>
            </a:extLst>
          </p:cNvPr>
          <p:cNvPicPr>
            <a:picLocks noChangeAspect="1"/>
          </p:cNvPicPr>
          <p:nvPr/>
        </p:nvPicPr>
        <p:blipFill>
          <a:blip r:embed="rId2"/>
          <a:stretch>
            <a:fillRect/>
          </a:stretch>
        </p:blipFill>
        <p:spPr>
          <a:xfrm>
            <a:off x="2429192" y="2330824"/>
            <a:ext cx="7333616" cy="3906088"/>
          </a:xfrm>
          <a:prstGeom prst="rect">
            <a:avLst/>
          </a:prstGeom>
        </p:spPr>
      </p:pic>
    </p:spTree>
    <p:extLst>
      <p:ext uri="{BB962C8B-B14F-4D97-AF65-F5344CB8AC3E}">
        <p14:creationId xmlns:p14="http://schemas.microsoft.com/office/powerpoint/2010/main" val="41913029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1CB2CD-EBF0-6B15-39F5-3BCB2B37BA25}"/>
              </a:ext>
            </a:extLst>
          </p:cNvPr>
          <p:cNvSpPr>
            <a:spLocks noGrp="1"/>
          </p:cNvSpPr>
          <p:nvPr>
            <p:ph type="ctrTitle"/>
          </p:nvPr>
        </p:nvSpPr>
        <p:spPr/>
        <p:txBody>
          <a:bodyPr/>
          <a:lstStyle/>
          <a:p>
            <a:r>
              <a:rPr lang="fr-FR" dirty="0"/>
              <a:t>Liens utiles</a:t>
            </a:r>
          </a:p>
        </p:txBody>
      </p:sp>
      <p:sp>
        <p:nvSpPr>
          <p:cNvPr id="11" name="Picture Placeholder 10">
            <a:extLst>
              <a:ext uri="{FF2B5EF4-FFF2-40B4-BE49-F238E27FC236}">
                <a16:creationId xmlns:a16="http://schemas.microsoft.com/office/drawing/2014/main" id="{0002F653-56B6-6C89-86EF-741E869C5BA0}"/>
              </a:ext>
            </a:extLst>
          </p:cNvPr>
          <p:cNvSpPr>
            <a:spLocks noGrp="1"/>
          </p:cNvSpPr>
          <p:nvPr>
            <p:ph type="pic" sz="quarter" idx="12"/>
          </p:nvPr>
        </p:nvSpPr>
        <p:spPr/>
      </p:sp>
      <p:sp>
        <p:nvSpPr>
          <p:cNvPr id="12" name="Text Placeholder 11">
            <a:extLst>
              <a:ext uri="{FF2B5EF4-FFF2-40B4-BE49-F238E27FC236}">
                <a16:creationId xmlns:a16="http://schemas.microsoft.com/office/drawing/2014/main" id="{F8844741-3E3A-5800-F5B8-95433E8354B5}"/>
              </a:ext>
            </a:extLst>
          </p:cNvPr>
          <p:cNvSpPr>
            <a:spLocks noGrp="1"/>
          </p:cNvSpPr>
          <p:nvPr>
            <p:ph type="body" sz="quarter" idx="13"/>
          </p:nvPr>
        </p:nvSpPr>
        <p:spPr/>
        <p:txBody>
          <a:bodyPr/>
          <a:lstStyle/>
          <a:p>
            <a:endParaRPr lang="fr-FR"/>
          </a:p>
        </p:txBody>
      </p:sp>
      <p:sp>
        <p:nvSpPr>
          <p:cNvPr id="13" name="Text Placeholder 8">
            <a:extLst>
              <a:ext uri="{FF2B5EF4-FFF2-40B4-BE49-F238E27FC236}">
                <a16:creationId xmlns:a16="http://schemas.microsoft.com/office/drawing/2014/main" id="{434DC3C8-DC1F-62E8-9351-EC44D41B7FB0}"/>
              </a:ext>
            </a:extLst>
          </p:cNvPr>
          <p:cNvSpPr>
            <a:spLocks noGrp="1"/>
          </p:cNvSpPr>
          <p:nvPr>
            <p:ph type="body" sz="quarter" idx="10"/>
          </p:nvPr>
        </p:nvSpPr>
        <p:spPr>
          <a:xfrm>
            <a:off x="7110778" y="4431923"/>
            <a:ext cx="2741434" cy="292478"/>
          </a:xfrm>
        </p:spPr>
        <p:txBody>
          <a:bodyPr/>
          <a:lstStyle/>
          <a:p>
            <a:r>
              <a:rPr lang="fr-FR" sz="1400" dirty="0">
                <a:hlinkClick r:id="rId2" action="ppaction://hlinksldjump"/>
              </a:rPr>
              <a:t>Retour table des matières</a:t>
            </a:r>
            <a:endParaRPr lang="fr-FR" sz="1400" dirty="0"/>
          </a:p>
        </p:txBody>
      </p:sp>
    </p:spTree>
    <p:extLst>
      <p:ext uri="{BB962C8B-B14F-4D97-AF65-F5344CB8AC3E}">
        <p14:creationId xmlns:p14="http://schemas.microsoft.com/office/powerpoint/2010/main" val="744071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2799D46-BBB3-0215-561D-F11EDEAFB44F}"/>
              </a:ext>
            </a:extLst>
          </p:cNvPr>
          <p:cNvSpPr>
            <a:spLocks noGrp="1"/>
          </p:cNvSpPr>
          <p:nvPr>
            <p:ph sz="quarter" idx="14"/>
          </p:nvPr>
        </p:nvSpPr>
        <p:spPr/>
        <p:txBody>
          <a:bodyPr/>
          <a:lstStyle/>
          <a:p>
            <a:pPr algn="l" rtl="0" fontAlgn="base">
              <a:buFont typeface="Arial" panose="020B0604020202020204" pitchFamily="34" charset="0"/>
              <a:buChar char="•"/>
            </a:pPr>
            <a:r>
              <a:rPr lang="fr-FR" sz="1800" b="0" i="0" u="none" strike="noStrike" dirty="0">
                <a:solidFill>
                  <a:srgbClr val="0000FF"/>
                </a:solidFill>
                <a:effectLst/>
                <a:latin typeface="Calibri" panose="020F0502020204030204" pitchFamily="34" charset="0"/>
                <a:hlinkClick r:id="rId2"/>
              </a:rPr>
              <a:t>Guide de l’utilisateur avec captures d’écran (Internet)</a:t>
            </a:r>
            <a:r>
              <a:rPr lang="fr-FR" sz="1800" b="0" i="0" dirty="0">
                <a:solidFill>
                  <a:srgbClr val="000000"/>
                </a:solidFill>
                <a:effectLst/>
                <a:latin typeface="Calibri" panose="020F0502020204030204" pitchFamily="34" charset="0"/>
              </a:rPr>
              <a:t> </a:t>
            </a:r>
            <a:endParaRPr lang="fr-FR" b="0" i="0" dirty="0">
              <a:solidFill>
                <a:srgbClr val="000000"/>
              </a:solidFill>
              <a:effectLst/>
              <a:latin typeface="Segoe UI" panose="020B0502040204020203" pitchFamily="34" charset="0"/>
            </a:endParaRPr>
          </a:p>
          <a:p>
            <a:pPr algn="l" rtl="0" fontAlgn="base">
              <a:buFont typeface="Arial" panose="020B0604020202020204" pitchFamily="34" charset="0"/>
              <a:buChar char="•"/>
            </a:pPr>
            <a:r>
              <a:rPr lang="fr-FR" sz="1800" b="0" i="0" u="none" strike="noStrike" dirty="0">
                <a:solidFill>
                  <a:srgbClr val="0000FF"/>
                </a:solidFill>
                <a:effectLst/>
                <a:latin typeface="Calibri" panose="020F0502020204030204" pitchFamily="34" charset="0"/>
                <a:hlinkClick r:id="rId3"/>
              </a:rPr>
              <a:t>Page EVA du projet (Intranet)</a:t>
            </a:r>
            <a:r>
              <a:rPr lang="fr-FR" sz="1800" b="0" i="0" dirty="0">
                <a:solidFill>
                  <a:srgbClr val="000000"/>
                </a:solidFill>
                <a:effectLst/>
                <a:latin typeface="Calibri" panose="020F0502020204030204" pitchFamily="34" charset="0"/>
              </a:rPr>
              <a:t> </a:t>
            </a:r>
            <a:endParaRPr lang="fr-FR" b="0" i="0" dirty="0">
              <a:solidFill>
                <a:srgbClr val="000000"/>
              </a:solidFill>
              <a:effectLst/>
              <a:latin typeface="Segoe UI" panose="020B0502040204020203" pitchFamily="34" charset="0"/>
            </a:endParaRPr>
          </a:p>
          <a:p>
            <a:pPr algn="l" rtl="0" fontAlgn="base">
              <a:buFont typeface="Arial" panose="020B0604020202020204" pitchFamily="34" charset="0"/>
              <a:buChar char="•"/>
            </a:pPr>
            <a:r>
              <a:rPr lang="fr-FR" sz="1800" b="0" i="0" u="none" strike="noStrike" dirty="0">
                <a:solidFill>
                  <a:srgbClr val="0000FF"/>
                </a:solidFill>
                <a:effectLst/>
                <a:latin typeface="Calibri" panose="020F0502020204030204" pitchFamily="34" charset="0"/>
                <a:hlinkClick r:id="rId4"/>
              </a:rPr>
              <a:t>Foire aux questions (intranet)</a:t>
            </a:r>
            <a:r>
              <a:rPr lang="fr-FR" sz="1800" b="0" i="0" dirty="0">
                <a:solidFill>
                  <a:srgbClr val="000000"/>
                </a:solidFill>
                <a:effectLst/>
                <a:latin typeface="Calibri" panose="020F0502020204030204" pitchFamily="34" charset="0"/>
              </a:rPr>
              <a:t> </a:t>
            </a:r>
          </a:p>
          <a:p>
            <a:pPr algn="l" rtl="0" fontAlgn="base">
              <a:buFont typeface="Arial" panose="020B0604020202020204" pitchFamily="34" charset="0"/>
              <a:buChar char="•"/>
            </a:pPr>
            <a:r>
              <a:rPr lang="fr-FR" sz="1800" dirty="0">
                <a:solidFill>
                  <a:srgbClr val="000000"/>
                </a:solidFill>
                <a:latin typeface="Calibri" panose="020F0502020204030204" pitchFamily="34" charset="0"/>
                <a:hlinkClick r:id="rId5"/>
              </a:rPr>
              <a:t>Achat clé de sécurité </a:t>
            </a:r>
            <a:r>
              <a:rPr lang="fr-FR" sz="1800" dirty="0" err="1">
                <a:solidFill>
                  <a:srgbClr val="000000"/>
                </a:solidFill>
                <a:latin typeface="Calibri" panose="020F0502020204030204" pitchFamily="34" charset="0"/>
                <a:hlinkClick r:id="rId5"/>
              </a:rPr>
              <a:t>Yubico</a:t>
            </a:r>
            <a:r>
              <a:rPr lang="fr-FR" sz="1800" dirty="0">
                <a:solidFill>
                  <a:srgbClr val="000000"/>
                </a:solidFill>
                <a:latin typeface="Calibri" panose="020F0502020204030204" pitchFamily="34" charset="0"/>
                <a:hlinkClick r:id="rId5"/>
              </a:rPr>
              <a:t> (si employé externe – XUID) </a:t>
            </a:r>
            <a:endParaRPr lang="fr-FR" b="0" i="0" dirty="0">
              <a:solidFill>
                <a:srgbClr val="000000"/>
              </a:solidFill>
              <a:effectLst/>
              <a:latin typeface="Segoe UI" panose="020B0502040204020203" pitchFamily="34" charset="0"/>
            </a:endParaRPr>
          </a:p>
          <a:p>
            <a:pPr marL="0" indent="0">
              <a:buNone/>
            </a:pPr>
            <a:endParaRPr lang="fr-FR" dirty="0"/>
          </a:p>
        </p:txBody>
      </p:sp>
      <p:sp>
        <p:nvSpPr>
          <p:cNvPr id="8" name="Text Placeholder 7">
            <a:extLst>
              <a:ext uri="{FF2B5EF4-FFF2-40B4-BE49-F238E27FC236}">
                <a16:creationId xmlns:a16="http://schemas.microsoft.com/office/drawing/2014/main" id="{E93F5FFE-0BCF-0FEC-C735-73097293462B}"/>
              </a:ext>
            </a:extLst>
          </p:cNvPr>
          <p:cNvSpPr>
            <a:spLocks noGrp="1"/>
          </p:cNvSpPr>
          <p:nvPr>
            <p:ph type="body" sz="quarter" idx="13"/>
          </p:nvPr>
        </p:nvSpPr>
        <p:spPr/>
        <p:txBody>
          <a:bodyPr/>
          <a:lstStyle/>
          <a:p>
            <a:r>
              <a:rPr lang="fr-FR" dirty="0"/>
              <a:t>Passkey</a:t>
            </a:r>
          </a:p>
        </p:txBody>
      </p:sp>
      <p:sp>
        <p:nvSpPr>
          <p:cNvPr id="7" name="Title 6">
            <a:extLst>
              <a:ext uri="{FF2B5EF4-FFF2-40B4-BE49-F238E27FC236}">
                <a16:creationId xmlns:a16="http://schemas.microsoft.com/office/drawing/2014/main" id="{40E8863D-B0A0-AA04-C628-A282A25B506C}"/>
              </a:ext>
            </a:extLst>
          </p:cNvPr>
          <p:cNvSpPr>
            <a:spLocks noGrp="1"/>
          </p:cNvSpPr>
          <p:nvPr>
            <p:ph type="title"/>
          </p:nvPr>
        </p:nvSpPr>
        <p:spPr/>
        <p:txBody>
          <a:bodyPr/>
          <a:lstStyle/>
          <a:p>
            <a:r>
              <a:rPr lang="fr-FR" dirty="0"/>
              <a:t>Liens utiles</a:t>
            </a:r>
          </a:p>
        </p:txBody>
      </p:sp>
      <p:sp>
        <p:nvSpPr>
          <p:cNvPr id="10" name="Text Placeholder 8">
            <a:extLst>
              <a:ext uri="{FF2B5EF4-FFF2-40B4-BE49-F238E27FC236}">
                <a16:creationId xmlns:a16="http://schemas.microsoft.com/office/drawing/2014/main" id="{81F2E80D-91D0-F4F6-57E4-B529EE665342}"/>
              </a:ext>
            </a:extLst>
          </p:cNvPr>
          <p:cNvSpPr txBox="1">
            <a:spLocks/>
          </p:cNvSpPr>
          <p:nvPr/>
        </p:nvSpPr>
        <p:spPr>
          <a:xfrm>
            <a:off x="623885" y="3496090"/>
            <a:ext cx="2741434" cy="292478"/>
          </a:xfrm>
          <a:prstGeom prst="rect">
            <a:avLst/>
          </a:prstGeom>
        </p:spPr>
        <p:txBody>
          <a:bodyPr/>
          <a:lstStyle>
            <a:lvl1pPr marL="0" indent="0" algn="l" defTabSz="914400" rtl="0" eaLnBrk="1" latinLnBrk="0" hangingPunct="1">
              <a:lnSpc>
                <a:spcPct val="105000"/>
              </a:lnSpc>
              <a:spcBef>
                <a:spcPts val="600"/>
              </a:spcBef>
              <a:spcAft>
                <a:spcPts val="300"/>
              </a:spcAft>
              <a:buFont typeface="Arial" panose="020B0604020202020204" pitchFamily="34" charset="0"/>
              <a:buNone/>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80000" indent="-180000" algn="l" defTabSz="914400" rtl="0" eaLnBrk="1" latinLnBrk="0" hangingPunct="1">
              <a:lnSpc>
                <a:spcPct val="105000"/>
              </a:lnSpc>
              <a:spcBef>
                <a:spcPts val="300"/>
              </a:spcBef>
              <a:spcAft>
                <a:spcPts val="300"/>
              </a:spcAft>
              <a:buClr>
                <a:schemeClr val="accent1"/>
              </a:buClr>
              <a:buFont typeface="Wingdings" panose="05000000000000000000" pitchFamily="2"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360000" indent="-180000" algn="l" defTabSz="914400" rtl="0" eaLnBrk="1" latinLnBrk="0" hangingPunct="1">
              <a:lnSpc>
                <a:spcPct val="105000"/>
              </a:lnSpc>
              <a:spcBef>
                <a:spcPts val="300"/>
              </a:spcBef>
              <a:spcAft>
                <a:spcPts val="300"/>
              </a:spcAft>
              <a:buClr>
                <a:schemeClr val="accent1"/>
              </a:buClr>
              <a:buFont typeface="Symbol" panose="05050102010706020507" pitchFamily="18"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538163"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en-US"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720725"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de-DE"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r>
              <a:rPr lang="fr-FR" sz="1400">
                <a:hlinkClick r:id="rId6" action="ppaction://hlinksldjump"/>
              </a:rPr>
              <a:t>Retour table des matières</a:t>
            </a:r>
            <a:endParaRPr lang="fr-FR" sz="1400" dirty="0"/>
          </a:p>
        </p:txBody>
      </p:sp>
      <p:sp>
        <p:nvSpPr>
          <p:cNvPr id="11" name="Slide Number Placeholder 10">
            <a:extLst>
              <a:ext uri="{FF2B5EF4-FFF2-40B4-BE49-F238E27FC236}">
                <a16:creationId xmlns:a16="http://schemas.microsoft.com/office/drawing/2014/main" id="{821E3F7D-A678-1E7E-6D77-2A7AFABCEF05}"/>
              </a:ext>
            </a:extLst>
          </p:cNvPr>
          <p:cNvSpPr>
            <a:spLocks noGrp="1"/>
          </p:cNvSpPr>
          <p:nvPr>
            <p:ph type="sldNum" sz="quarter" idx="16"/>
          </p:nvPr>
        </p:nvSpPr>
        <p:spPr/>
        <p:txBody>
          <a:bodyPr/>
          <a:lstStyle/>
          <a:p>
            <a:fld id="{FD5E7EB4-4CDF-47BB-AF16-07782904B863}" type="slidenum">
              <a:rPr lang="en-US" smtClean="0"/>
              <a:pPr/>
              <a:t>40</a:t>
            </a:fld>
            <a:endParaRPr lang="en-US"/>
          </a:p>
        </p:txBody>
      </p:sp>
    </p:spTree>
    <p:extLst>
      <p:ext uri="{BB962C8B-B14F-4D97-AF65-F5344CB8AC3E}">
        <p14:creationId xmlns:p14="http://schemas.microsoft.com/office/powerpoint/2010/main" val="6273398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IO_MST_COLOR_1" val="0,0,0,Dunkel 1"/>
  <p:tag name="MIO_MST_COLOR_2" val="255,255,255,Hell 1"/>
  <p:tag name="MIO_MST_COLOR_3" val="235,60,150,Dunkel 2"/>
  <p:tag name="MIO_MST_COLOR_4" val="45,190,205,Hell 2"/>
  <p:tag name="MIO_MST_COLOR_5" val="80,50,145,Akzent 1"/>
  <p:tag name="MIO_MST_COLOR_6" val="15,105,175,Akzent 2"/>
  <p:tag name="MIO_MST_COLOR_7" val="165,205,80,Akzent 3"/>
  <p:tag name="MIO_MST_COLOR_8" val="255,200,50,Akzent 4"/>
  <p:tag name="MIO_MST_COLOR_9" val="235,60,150,Akzent 5"/>
  <p:tag name="MIO_MST_COLOR_10" val="20,155,95,Akzent 6"/>
  <p:tag name="MIO_MST_COLOR_11" val="80,50,145,"/>
  <p:tag name="MIO_MST_COLOR_12" val="80,50,145,"/>
  <p:tag name="MIO_PRESI_FIRST_SLIDENUMBER" val="1"/>
  <p:tag name="MIO_FALLBACK_LAYOUT" val="3"/>
  <p:tag name="MIO_SHOW_DATE" val="False"/>
  <p:tag name="MIO_SHOW_FOOTER" val="True"/>
  <p:tag name="MIO_SHOW_PAGENUMBER" val="True"/>
  <p:tag name="MIO_AVOID_BLANK_LAYOUT" val="False"/>
  <p:tag name="MIO_CD_LAYOUT_VALID_AREA" val="False"/>
  <p:tag name="MIO_NUMBER_OF_VALID_LAYOUTS" val="33"/>
  <p:tag name="MIO_HDS" val="True"/>
  <p:tag name="MIO_EK" val="2529"/>
  <p:tag name="MIO_EKGUID" val="4d6beffb-5246-420c-a6d6-d9569b8f0fc9"/>
  <p:tag name="MIO_UPDATE" val="True"/>
  <p:tag name="MIO_VERSION" val="17.02.2017 15:54:53"/>
  <p:tag name="MIO_DBID" val="218709A9-2117-4AF1-A1EA-309C9A305E58"/>
  <p:tag name="MIO_LASTDOWNLOADED" val="24.02.2017 16:22:02"/>
  <p:tag name="MIO_OBJECTNAME" val="Merck EN"/>
  <p:tag name="MIO_LASTEDITORNAME" val="Michaela Kapalla"/>
</p:tagLst>
</file>

<file path=ppt/tags/tag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xml><?xml version="1.0" encoding="utf-8"?>
<p:tagLst xmlns:a="http://schemas.openxmlformats.org/drawingml/2006/main" xmlns:r="http://schemas.openxmlformats.org/officeDocument/2006/relationships" xmlns:p="http://schemas.openxmlformats.org/presentationml/2006/main">
  <p:tag name="MIO_FALLBACK_LAYOUT" val="3"/>
  <p:tag name="MIO_SHOW_DATE" val="False"/>
  <p:tag name="MIO_SHOW_FOOTER" val="True"/>
  <p:tag name="MIO_SHOW_PAGENUMBER" val="True"/>
  <p:tag name="MIO_AVOID_BLANK_LAYOUT" val="True"/>
  <p:tag name="MIO_CD_LAYOUT_VALID_AREA" val="False"/>
  <p:tag name="MIO_NUMBER_OF_VALID_LAYOUTS" val="33"/>
  <p:tag name="MIO_HDS" val="True"/>
  <p:tag name="MIO_EK" val="2529"/>
  <p:tag name="MIO_EKGUID" val="4d6beffb-5246-420c-a6d6-d9569b8f0fc9"/>
  <p:tag name="MIO_UPDATE" val="True"/>
  <p:tag name="MIO_VERSION" val="17.02.2017 15:53:25"/>
  <p:tag name="MIO_DBID" val="218709A9-2117-4AF1-A1EA-309C9A305E58"/>
  <p:tag name="MIO_LASTDOWNLOADED" val="17.02.2017 15:53:25"/>
  <p:tag name="MIO_OBJECTNAME" val="Merck EN"/>
  <p:tag name="MIO_LASTEDITORNAME" val="Michaela Kapalla"/>
  <p:tag name="MIO_CDID" val="102a9723-2449-4cb9-a00f-91adf1e6ccc0"/>
  <p:tag name="MIO_PRESI_FIRST_SLIDENUMBER" val="1"/>
</p:tagLst>
</file>

<file path=ppt/tags/tag6.xml><?xml version="1.0" encoding="utf-8"?>
<p:tagLst xmlns:a="http://schemas.openxmlformats.org/drawingml/2006/main" xmlns:r="http://schemas.openxmlformats.org/officeDocument/2006/relationships" xmlns:p="http://schemas.openxmlformats.org/presentationml/2006/main">
  <p:tag name="MIO_EK" val="2529"/>
  <p:tag name="MIO_HDS" val="True"/>
  <p:tag name="MIO_SKIPVERSION" val="01.01.0001 00:00:00"/>
  <p:tag name="MIO_EKGUID" val="d36cf619-eec6-4da8-a606-f6b3bf5f1d2f"/>
  <p:tag name="MIO_UPDATE" val="True"/>
  <p:tag name="MIO_DBID" val="218709A9-2117-4AF1-A1EA-309C9A305E58"/>
  <p:tag name="MIO_OBJECTNAME" val="Technical"/>
  <p:tag name="MIO_FALLBACK_LAYOUT" val="9"/>
  <p:tag name="MIO_SHOW_DATE" val="False"/>
  <p:tag name="MIO_SHOW_FOOTER" val="True"/>
  <p:tag name="MIO_SHOW_PAGENUMBER" val="True"/>
  <p:tag name="MIO_AVOID_BLANK_LAYOUT" val="True"/>
  <p:tag name="MIO_CD_LAYOUT_VALID_AREA" val="False"/>
  <p:tag name="MIO_NUMBER_OF_VALID_LAYOUTS" val="13"/>
  <p:tag name="MIO_VERSION" val="16.05.2022 14:54:31"/>
  <p:tag name="MIO_LASTDOWNLOADED" val="12.02.2024 14:50:11.281"/>
  <p:tag name="MIO_CDID" val="3c839a46-fc63-48ff-b751-7f689dbcff75"/>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MIO_EKGUID" val="76ccc4b4-1536-4590-8deb-76a65a6d9225"/>
  <p:tag name="MIO_GUID" val="53989c41-2c9d-46fc-b1e6-b62a9b3f1803"/>
  <p:tag name="MIO_UPDATE" val="True"/>
  <p:tag name="MIO_VERSION" val="19.01.2023 10:14:36"/>
  <p:tag name="MIO_DBID" val="218709A9-2117-4AF1-A1EA-309C9A305E58"/>
  <p:tag name="MIO_LASTDOWNLOADED" val="12.02.2024 16:29:53.440"/>
  <p:tag name="MIO_OBJECTNAME" val="Idea"/>
  <p:tag name="MIO_LASTEDITORNAME" val="Jan Bellwinkel"/>
</p:tagLst>
</file>

<file path=ppt/tags/tag15.xml><?xml version="1.0" encoding="utf-8"?>
<p:tagLst xmlns:a="http://schemas.openxmlformats.org/drawingml/2006/main" xmlns:r="http://schemas.openxmlformats.org/officeDocument/2006/relationships" xmlns:p="http://schemas.openxmlformats.org/presentationml/2006/main">
  <p:tag name="MIO_EKGUID" val="4eaefe3a-8908-4f56-90d5-b89bf34ea099"/>
  <p:tag name="MIO_GUID" val="c700ebd4-43a1-4408-a098-7168f1c37924"/>
  <p:tag name="MIO_UPDATE" val="True"/>
  <p:tag name="MIO_VERSION" val="19.01.2023 10:10:16"/>
  <p:tag name="MIO_DBID" val="218709A9-2117-4AF1-A1EA-309C9A305E58"/>
  <p:tag name="MIO_LASTDOWNLOADED" val="12.02.2024 16:56:35.719"/>
  <p:tag name="MIO_OBJECTNAME" val="Important"/>
  <p:tag name="MIO_LASTEDITORNAME" val="Jan Bellwinkel"/>
</p:tagLst>
</file>

<file path=ppt/tags/tag16.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17.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18.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19.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0.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1.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2.xml><?xml version="1.0" encoding="utf-8"?>
<p:tagLst xmlns:a="http://schemas.openxmlformats.org/drawingml/2006/main" xmlns:r="http://schemas.openxmlformats.org/officeDocument/2006/relationships" xmlns:p="http://schemas.openxmlformats.org/presentationml/2006/main">
  <p:tag name="MIO_EKGUID" val="76ccc4b4-1536-4590-8deb-76a65a6d9225"/>
  <p:tag name="MIO_GUID" val="53989c41-2c9d-46fc-b1e6-b62a9b3f1803"/>
  <p:tag name="MIO_UPDATE" val="True"/>
  <p:tag name="MIO_VERSION" val="19.01.2023 10:14:36"/>
  <p:tag name="MIO_DBID" val="218709A9-2117-4AF1-A1EA-309C9A305E58"/>
  <p:tag name="MIO_LASTDOWNLOADED" val="12.02.2024 16:29:53.440"/>
  <p:tag name="MIO_OBJECTNAME" val="Idea"/>
  <p:tag name="MIO_LASTEDITORNAME" val="Jan Bellwinkel"/>
</p:tagLst>
</file>

<file path=ppt/tags/tag23.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5.xml><?xml version="1.0" encoding="utf-8"?>
<p:tagLst xmlns:a="http://schemas.openxmlformats.org/drawingml/2006/main" xmlns:r="http://schemas.openxmlformats.org/officeDocument/2006/relationships" xmlns:p="http://schemas.openxmlformats.org/presentationml/2006/main">
  <p:tag name="MIO_EKGUID" val="4eaefe3a-8908-4f56-90d5-b89bf34ea099"/>
  <p:tag name="MIO_GUID" val="c700ebd4-43a1-4408-a098-7168f1c37924"/>
  <p:tag name="MIO_UPDATE" val="True"/>
  <p:tag name="MIO_VERSION" val="19.01.2023 10:10:16"/>
  <p:tag name="MIO_DBID" val="218709A9-2117-4AF1-A1EA-309C9A305E58"/>
  <p:tag name="MIO_LASTDOWNLOADED" val="12.02.2024 16:56:35.719"/>
  <p:tag name="MIO_OBJECTNAME" val="Important"/>
  <p:tag name="MIO_LASTEDITORNAME" val="Jan Bellwinkel"/>
</p:tagLst>
</file>

<file path=ppt/tags/tag26.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7.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8.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29.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30.xml><?xml version="1.0" encoding="utf-8"?>
<p:tagLst xmlns:a="http://schemas.openxmlformats.org/drawingml/2006/main" xmlns:r="http://schemas.openxmlformats.org/officeDocument/2006/relationships" xmlns:p="http://schemas.openxmlformats.org/presentationml/2006/main">
  <p:tag name="MIO_EKGUID" val="76ccc4b4-1536-4590-8deb-76a65a6d9225"/>
  <p:tag name="MIO_GUID" val="53989c41-2c9d-46fc-b1e6-b62a9b3f1803"/>
  <p:tag name="MIO_UPDATE" val="True"/>
  <p:tag name="MIO_VERSION" val="19.01.2023 10:14:36"/>
  <p:tag name="MIO_DBID" val="218709A9-2117-4AF1-A1EA-309C9A305E58"/>
  <p:tag name="MIO_LASTDOWNLOADED" val="12.02.2024 16:29:53.440"/>
  <p:tag name="MIO_OBJECTNAME" val="Idea"/>
  <p:tag name="MIO_LASTEDITORNAME" val="Jan Bellwinkel"/>
</p:tagLst>
</file>

<file path=ppt/tags/tag31.xml><?xml version="1.0" encoding="utf-8"?>
<p:tagLst xmlns:a="http://schemas.openxmlformats.org/drawingml/2006/main" xmlns:r="http://schemas.openxmlformats.org/officeDocument/2006/relationships" xmlns:p="http://schemas.openxmlformats.org/presentationml/2006/main">
  <p:tag name="MIO_EKGUID" val="4eaefe3a-8908-4f56-90d5-b89bf34ea099"/>
  <p:tag name="MIO_GUID" val="c700ebd4-43a1-4408-a098-7168f1c37924"/>
  <p:tag name="MIO_UPDATE" val="True"/>
  <p:tag name="MIO_VERSION" val="19.01.2023 10:10:16"/>
  <p:tag name="MIO_DBID" val="218709A9-2117-4AF1-A1EA-309C9A305E58"/>
  <p:tag name="MIO_LASTDOWNLOADED" val="12.02.2024 16:56:35.719"/>
  <p:tag name="MIO_OBJECTNAME" val="Important"/>
  <p:tag name="MIO_LASTEDITORNAME" val="Jan Bellwinkel"/>
</p:tagLst>
</file>

<file path=ppt/tags/tag32.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ags/tag33.xml><?xml version="1.0" encoding="utf-8"?>
<p:tagLst xmlns:a="http://schemas.openxmlformats.org/drawingml/2006/main" xmlns:r="http://schemas.openxmlformats.org/officeDocument/2006/relationships" xmlns:p="http://schemas.openxmlformats.org/presentationml/2006/main">
  <p:tag name="VCTCREATESHAPEHANDLED" val="0"/>
  <p:tag name="MIO_GUID" val="b51408d9-e291-41b9-8852-295de88e7401"/>
  <p:tag name="MIO_EKGUID" val="6c46e66b-adc3-420b-a3cf-59b3cfe69895"/>
  <p:tag name="MIO_UPDATE" val="True"/>
  <p:tag name="MIO_VERSION" val="05.02.2019 22:40:30"/>
  <p:tag name="MIO_DBID" val="218709A9-2117-4AF1-A1EA-309C9A305E58"/>
  <p:tag name="MIO_LASTDOWNLOADED" val="12.02.2024 15:32:03.988"/>
  <p:tag name="MIO_OBJECTNAME" val="Freeform 116 (2)"/>
  <p:tag name="MIO_LASTEDITORNAME" val="Michaela Kapalla"/>
</p:tagLst>
</file>

<file path=ppt/theme/theme1.xml><?xml version="1.0" encoding="utf-8"?>
<a:theme xmlns:a="http://schemas.openxmlformats.org/drawingml/2006/main" name="Merck">
  <a:themeElements>
    <a:clrScheme name="Merck neu">
      <a:dk1>
        <a:srgbClr val="000000"/>
      </a:dk1>
      <a:lt1>
        <a:srgbClr val="FFFFFF"/>
      </a:lt1>
      <a:dk2>
        <a:srgbClr val="EB3C96"/>
      </a:dk2>
      <a:lt2>
        <a:srgbClr val="2DBECD"/>
      </a:lt2>
      <a:accent1>
        <a:srgbClr val="503291"/>
      </a:accent1>
      <a:accent2>
        <a:srgbClr val="0F69AF"/>
      </a:accent2>
      <a:accent3>
        <a:srgbClr val="A5CD50"/>
      </a:accent3>
      <a:accent4>
        <a:srgbClr val="FFC832"/>
      </a:accent4>
      <a:accent5>
        <a:srgbClr val="EB3C96"/>
      </a:accent5>
      <a:accent6>
        <a:srgbClr val="149B5F"/>
      </a:accent6>
      <a:hlink>
        <a:srgbClr val="503291"/>
      </a:hlink>
      <a:folHlink>
        <a:srgbClr val="503291"/>
      </a:folHlink>
    </a:clrScheme>
    <a:fontScheme name="Merck">
      <a:majorFont>
        <a:latin typeface="Verdana"/>
        <a:ea typeface=""/>
        <a:cs typeface=""/>
      </a:majorFont>
      <a:minorFont>
        <a:latin typeface="Verdana"/>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9525" cap="flat" cmpd="sng" algn="ctr">
          <a:noFill/>
          <a:prstDash val="solid"/>
        </a:ln>
        <a:effectLst/>
      </a:spPr>
      <a:bodyPr rtlCol="0" anchor="ctr" anchorCtr="0"/>
      <a:lstStyle>
        <a:defPPr marL="0" indent="0" algn="ctr">
          <a:spcBef>
            <a:spcPts val="300"/>
          </a:spcBef>
          <a:spcAft>
            <a:spcPts val="300"/>
          </a:spcAft>
          <a:buClr>
            <a:schemeClr val="bg1"/>
          </a:buClr>
          <a:buSzPct val="100000"/>
          <a:buFont typeface="Arial" panose="020B0604020202020204" pitchFamily="34" charset="0"/>
          <a:buNone/>
          <a:defRPr sz="1600" kern="0" dirty="0" err="1">
            <a:solidFill>
              <a:srgbClr val="FFFFFF"/>
            </a:solidFill>
            <a:latin typeface="Verdana"/>
          </a:defRPr>
        </a:defPPr>
      </a:lst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R="0" algn="l" defTabSz="914400" rtl="0" eaLnBrk="1" fontAlgn="auto" latinLnBrk="0" hangingPunct="1">
          <a:lnSpc>
            <a:spcPct val="100000"/>
          </a:lnSpc>
          <a:spcBef>
            <a:spcPts val="300"/>
          </a:spcBef>
          <a:spcAft>
            <a:spcPts val="300"/>
          </a:spcAft>
          <a:buClr>
            <a:schemeClr val="accent1"/>
          </a:buClr>
          <a:buSzTx/>
          <a:tabLst/>
          <a:defRPr kumimoji="0" sz="1600" b="0" i="0" u="none" strike="noStrike" kern="1200" cap="none" spc="0" normalizeH="0" baseline="0" noProof="0" dirty="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defRPr>
        </a:defPPr>
      </a:lstStyle>
    </a:txDef>
  </a:objectDefaults>
  <a:extraClrSchemeLst/>
  <a:custClrLst>
    <a:custClr name="Rich Purple">
      <a:srgbClr val="503291"/>
    </a:custClr>
    <a:custClr name="Vibrant Magenta">
      <a:srgbClr val="EB3C96"/>
    </a:custClr>
    <a:custClr name="Sensitive Pink">
      <a:srgbClr val="E1C3CD"/>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Blue">
      <a:srgbClr val="0F69AF"/>
    </a:custClr>
    <a:custClr name="Vibrant Cyan">
      <a:srgbClr val="2DBECD"/>
    </a:custClr>
    <a:custClr name="Sensitive Blue">
      <a:srgbClr val="96D7D2"/>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Green">
      <a:srgbClr val="149B5F"/>
    </a:custClr>
    <a:custClr name="Vibrant Green">
      <a:srgbClr val="A5CD50"/>
    </a:custClr>
    <a:custClr name="Sensitive Green">
      <a:srgbClr val="B4DC96"/>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Red">
      <a:srgbClr val="E61E50"/>
    </a:custClr>
    <a:custClr name="Vibrant Yellow">
      <a:srgbClr val="FFC832"/>
    </a:custClr>
    <a:custClr name="Sensitive Yellow">
      <a:srgbClr val="FFDCB9"/>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räsentation1" id="{DD236706-7231-40BA-A5D4-1E53CA029B19}" vid="{17F06EC3-247E-479F-A7D1-EF72BD43D3DA}"/>
    </a:ext>
  </a:extLst>
</a:theme>
</file>

<file path=ppt/theme/theme2.xml><?xml version="1.0" encoding="utf-8"?>
<a:theme xmlns:a="http://schemas.openxmlformats.org/drawingml/2006/main" name="Office Theme">
  <a:themeElements>
    <a:clrScheme name="Custom 1">
      <a:dk1>
        <a:srgbClr val="000000"/>
      </a:dk1>
      <a:lt1>
        <a:srgbClr val="FFFFFF"/>
      </a:lt1>
      <a:dk2>
        <a:srgbClr val="EB1E4F"/>
      </a:dk2>
      <a:lt2>
        <a:srgbClr val="28BECD"/>
      </a:lt2>
      <a:accent1>
        <a:srgbClr val="52328F"/>
      </a:accent1>
      <a:accent2>
        <a:srgbClr val="0068B0"/>
      </a:accent2>
      <a:accent3>
        <a:srgbClr val="A6CD4D"/>
      </a:accent3>
      <a:accent4>
        <a:srgbClr val="FFCA30"/>
      </a:accent4>
      <a:accent5>
        <a:srgbClr val="EB4296"/>
      </a:accent5>
      <a:accent6>
        <a:srgbClr val="00995C"/>
      </a:accent6>
      <a:hlink>
        <a:srgbClr val="52328F"/>
      </a:hlink>
      <a:folHlink>
        <a:srgbClr val="52328F"/>
      </a:folHlink>
    </a:clrScheme>
    <a:fontScheme name="Merck">
      <a:majorFont>
        <a:latin typeface="Verdana"/>
        <a:ea typeface=""/>
        <a:cs typeface=""/>
      </a:majorFont>
      <a:minorFont>
        <a:latin typeface="Verdana"/>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D2A933AC4AEE468E44110FF24B072A" ma:contentTypeVersion="28" ma:contentTypeDescription="Create a new document." ma:contentTypeScope="" ma:versionID="928745f1ab53101c0eeaafdb89251ab1">
  <xsd:schema xmlns:xsd="http://www.w3.org/2001/XMLSchema" xmlns:xs="http://www.w3.org/2001/XMLSchema" xmlns:p="http://schemas.microsoft.com/office/2006/metadata/properties" xmlns:ns2="4cb9f7db-2d8a-47ac-86e5-1254fb8d99f4" xmlns:ns3="dbc7efb9-2e70-42b4-b6f9-b3778d233d1d" targetNamespace="http://schemas.microsoft.com/office/2006/metadata/properties" ma:root="true" ma:fieldsID="8aa65a6591df3297b184f63d30d882b7" ns2:_="" ns3:_="">
    <xsd:import namespace="4cb9f7db-2d8a-47ac-86e5-1254fb8d99f4"/>
    <xsd:import namespace="dbc7efb9-2e70-42b4-b6f9-b3778d233d1d"/>
    <xsd:element name="properties">
      <xsd:complexType>
        <xsd:sequence>
          <xsd:element name="documentManagement">
            <xsd:complexType>
              <xsd:all>
                <xsd:element ref="ns2:Types" minOccurs="0"/>
                <xsd:element ref="ns2:Languageofthedocument" minOccurs="0"/>
                <xsd:element ref="ns2:Project" minOccurs="0"/>
                <xsd:element ref="ns2:Th_x00e8_me" minOccurs="0"/>
                <xsd:element ref="ns2:_Flow_SignoffStatus"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Types0" minOccurs="0"/>
                <xsd:element ref="ns2:MediaService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b9f7db-2d8a-47ac-86e5-1254fb8d99f4" elementFormDefault="qualified">
    <xsd:import namespace="http://schemas.microsoft.com/office/2006/documentManagement/types"/>
    <xsd:import namespace="http://schemas.microsoft.com/office/infopath/2007/PartnerControls"/>
    <xsd:element name="Types" ma:index="2" nillable="true" ma:displayName="Types" ma:format="Dropdown" ma:internalName="Types" ma:readOnly="false">
      <xsd:simpleType>
        <xsd:restriction base="dms:Choice">
          <xsd:enumeration value="Molsheim"/>
          <xsd:enumeration value="Guyancourt"/>
          <xsd:enumeration value="Lyon"/>
          <xsd:enumeration value="GLOBAL"/>
          <xsd:enumeration value="FRANCE"/>
          <xsd:enumeration value="Martillac"/>
          <xsd:enumeration value="Meylan"/>
        </xsd:restriction>
      </xsd:simpleType>
    </xsd:element>
    <xsd:element name="Languageofthedocument" ma:index="3" nillable="true" ma:displayName="Language of the document" ma:default="English" ma:format="Dropdown" ma:internalName="Languageofthedocument">
      <xsd:simpleType>
        <xsd:restriction base="dms:Choice">
          <xsd:enumeration value="French"/>
          <xsd:enumeration value="English"/>
          <xsd:enumeration value="German"/>
        </xsd:restriction>
      </xsd:simpleType>
    </xsd:element>
    <xsd:element name="Project" ma:index="4" nillable="true" ma:displayName="Project" ma:format="Dropdown" ma:internalName="Project" ma:readOnly="false">
      <xsd:simpleType>
        <xsd:restriction base="dms:Text">
          <xsd:maxLength value="255"/>
        </xsd:restriction>
      </xsd:simpleType>
    </xsd:element>
    <xsd:element name="Th_x00e8_me" ma:index="5" nillable="true" ma:displayName="Thème" ma:format="Dropdown" ma:internalName="Th_x00e8_me">
      <xsd:simpleType>
        <xsd:restriction base="dms:Note">
          <xsd:maxLength value="255"/>
        </xsd:restriction>
      </xsd:simpleType>
    </xsd:element>
    <xsd:element name="_Flow_SignoffStatus" ma:index="6" nillable="true" ma:displayName="Sign-off status" ma:internalName="Sign_x002d_off_x0020_status" ma:readOnly="false">
      <xsd:simpleType>
        <xsd:restriction base="dms:Text"/>
      </xsd:simpleType>
    </xsd:element>
    <xsd:element name="MediaServiceFastMetadata" ma:index="8" nillable="true" ma:displayName="MediaServiceFastMetadata" ma:hidden="true" ma:internalName="MediaServiceFastMetadata" ma:readOnly="true">
      <xsd:simpleType>
        <xsd:restriction base="dms:Note"/>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ObjectDetectorVersions" ma:index="10" nillable="true" ma:displayName="MediaServiceObjectDetectorVersions" ma:description="" ma:hidden="true" ma:indexed="true" ma:internalName="MediaServiceObjectDetectorVersions" ma:readOnly="true">
      <xsd:simpleType>
        <xsd:restriction base="dms:Text"/>
      </xsd:simpleType>
    </xsd:element>
    <xsd:element name="Types0" ma:index="14" nillable="true" ma:displayName="Types" ma:format="Dropdown" ma:hidden="true" ma:internalName="Types0" ma:readOnly="false">
      <xsd:simpleType>
        <xsd:restriction base="dms:Note"/>
      </xsd:simpleType>
    </xsd:element>
    <xsd:element name="MediaServiceMetadata" ma:index="16" nillable="true" ma:displayName="MediaServiceMetadata" ma:hidden="true" ma:internalName="MediaService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ce2f110-134e-491c-b1fb-b64789dc5c11"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OCR" ma:index="20" nillable="true" ma:displayName="Extracted Text" ma:hidden="true" ma:internalName="MediaServiceOCR" ma:readOnly="true">
      <xsd:simpleType>
        <xsd:restriction base="dms:Note"/>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6" nillable="true" ma:displayName="Location" ma:description="" ma:hidden="true" ma:indexed="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Thumbnail" ma:index="29" nillable="true" ma:displayName="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c7efb9-2e70-42b4-b6f9-b3778d233d1d"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element name="TaxCatchAll" ma:index="18" nillable="true" ma:displayName="Taxonomy Catch All Column" ma:hidden="true" ma:list="{fffadab7-335c-491e-bf85-06d22e3418a4}" ma:internalName="TaxCatchAll" ma:readOnly="false" ma:showField="CatchAllData" ma:web="dbc7efb9-2e70-42b4-b6f9-b3778d233d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c7efb9-2e70-42b4-b6f9-b3778d233d1d" xsi:nil="true"/>
    <lcf76f155ced4ddcb4097134ff3c332f xmlns="4cb9f7db-2d8a-47ac-86e5-1254fb8d99f4">
      <Terms xmlns="http://schemas.microsoft.com/office/infopath/2007/PartnerControls"/>
    </lcf76f155ced4ddcb4097134ff3c332f>
    <Types xmlns="4cb9f7db-2d8a-47ac-86e5-1254fb8d99f4" xsi:nil="true"/>
    <Types0 xmlns="4cb9f7db-2d8a-47ac-86e5-1254fb8d99f4" xsi:nil="true"/>
    <Th_x00e8_me xmlns="4cb9f7db-2d8a-47ac-86e5-1254fb8d99f4" xsi:nil="true"/>
    <_Flow_SignoffStatus xmlns="4cb9f7db-2d8a-47ac-86e5-1254fb8d99f4" xsi:nil="true"/>
    <Languageofthedocument xmlns="4cb9f7db-2d8a-47ac-86e5-1254fb8d99f4">English</Languageofthedocument>
    <Project xmlns="4cb9f7db-2d8a-47ac-86e5-1254fb8d99f4" xsi:nil="true"/>
    <SharedWithUsers xmlns="dbc7efb9-2e70-42b4-b6f9-b3778d233d1d">
      <UserInfo>
        <DisplayName/>
        <AccountId xsi:nil="true"/>
        <AccountType/>
      </UserInfo>
    </SharedWithUsers>
    <MediaLengthInSeconds xmlns="4cb9f7db-2d8a-47ac-86e5-1254fb8d99f4" xsi:nil="true"/>
    <Thumbnail xmlns="4cb9f7db-2d8a-47ac-86e5-1254fb8d99f4" xsi:nil="true"/>
  </documentManagement>
</p:properties>
</file>

<file path=customXml/itemProps1.xml><?xml version="1.0" encoding="utf-8"?>
<ds:datastoreItem xmlns:ds="http://schemas.openxmlformats.org/officeDocument/2006/customXml" ds:itemID="{AABB403A-0A2F-4288-A9A3-01F45FF338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b9f7db-2d8a-47ac-86e5-1254fb8d99f4"/>
    <ds:schemaRef ds:uri="dbc7efb9-2e70-42b4-b6f9-b3778d233d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FB4627D-A6E5-4B5F-B54C-AD6BC9DA59CC}">
  <ds:schemaRefs>
    <ds:schemaRef ds:uri="http://schemas.microsoft.com/sharepoint/v3/contenttype/forms"/>
  </ds:schemaRefs>
</ds:datastoreItem>
</file>

<file path=customXml/itemProps3.xml><?xml version="1.0" encoding="utf-8"?>
<ds:datastoreItem xmlns:ds="http://schemas.openxmlformats.org/officeDocument/2006/customXml" ds:itemID="{FC971C36-9C86-4C68-9949-25B189D8144C}">
  <ds:schemaRefs>
    <ds:schemaRef ds:uri="http://schemas.openxmlformats.org/package/2006/metadata/core-properties"/>
    <ds:schemaRef ds:uri="http://purl.org/dc/term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17e2532f-1884-4ff5-a7ee-af718245bc60"/>
    <ds:schemaRef ds:uri="24aff18d-0a7a-4ddc-bc4b-d9a9e0a82fad"/>
    <ds:schemaRef ds:uri="dbc7efb9-2e70-42b4-b6f9-b3778d233d1d"/>
    <ds:schemaRef ds:uri="4cb9f7db-2d8a-47ac-86e5-1254fb8d99f4"/>
  </ds:schemaRefs>
</ds:datastoreItem>
</file>

<file path=docProps/app.xml><?xml version="1.0" encoding="utf-8"?>
<Properties xmlns="http://schemas.openxmlformats.org/officeDocument/2006/extended-properties" xmlns:vt="http://schemas.openxmlformats.org/officeDocument/2006/docPropsVTypes">
  <Template>Technical_new (1)</Template>
  <TotalTime>0</TotalTime>
  <Words>1813</Words>
  <Application>Microsoft Office PowerPoint</Application>
  <PresentationFormat>Widescreen</PresentationFormat>
  <Paragraphs>226</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Merck</vt:lpstr>
      <vt:lpstr>Passkey</vt:lpstr>
      <vt:lpstr>Points clés et informations de base</vt:lpstr>
      <vt:lpstr>Table des matières</vt:lpstr>
      <vt:lpstr>Qu’est-ce que Passkey?</vt:lpstr>
      <vt:lpstr>Qu’est-ce que Passkey?</vt:lpstr>
      <vt:lpstr>Processus de paramétrage</vt:lpstr>
      <vt:lpstr>Processus de paramétrage</vt:lpstr>
      <vt:lpstr>Ouvrez https://me.merckgroup.com/ et cliquez sur "Cannot sign in or new at Merck"</vt:lpstr>
      <vt:lpstr>Entrez votre identifiant Merck</vt:lpstr>
      <vt:lpstr>Connectez-vous avec le mot de passe initial et avec l’aide d’un collègue</vt:lpstr>
      <vt:lpstr>Connectez-vous avec le mot de passe initial</vt:lpstr>
      <vt:lpstr>Sélectionnez un collègue afin qu’il reçoive le code de vérification</vt:lpstr>
      <vt:lpstr>Ceci est un aperçu du code de vérification reçu par votre collègue et qu’il doit vous communiquer</vt:lpstr>
      <vt:lpstr>Entrez le code de vérification et cliquez sur Next</vt:lpstr>
      <vt:lpstr>Démarrer la procédure de configuration de votre compte informatique</vt:lpstr>
      <vt:lpstr>Enregistrez votre appareil</vt:lpstr>
      <vt:lpstr>Remplacer le mot de passe initial de Windows par un mot de passe personnalisé sécurisé.</vt:lpstr>
      <vt:lpstr>Vous avez à présent modifié votre mot de passe initial en un mot de passe personnalisé sécurisé</vt:lpstr>
      <vt:lpstr>Mail de confirmation de changement de mot de passe</vt:lpstr>
      <vt:lpstr>Configuration Azure MFA – Méthode de double authentification SMS</vt:lpstr>
      <vt:lpstr>Différents scénarios</vt:lpstr>
      <vt:lpstr>Vous êtes employé Merck (MUID) et disposez d’un PC Merck ainsi qu’un iPhone Merck</vt:lpstr>
      <vt:lpstr>Vous êtes employé Merck (MUID) et disposez d’un PC Merck uniquement</vt:lpstr>
      <vt:lpstr>Vous êtes employé Merck (MUID) et disposez d’un PC Merck uniquement et acceptez d’activer un appareil mobile personnel</vt:lpstr>
      <vt:lpstr>Vous êtes employé Merck (MUID) et utilisez un PC partagé</vt:lpstr>
      <vt:lpstr>Vous êtes externe (XUID) et ne disposez pas d’un PC Merck mais vous pouvez enregistrer un appareil compatible Passkey</vt:lpstr>
      <vt:lpstr>Vous êtes externe (XUID), ne disposez pas d’un PC Merck et vous ne pouvez enregistrer aucun appareil compatible</vt:lpstr>
      <vt:lpstr>Advanced protection</vt:lpstr>
      <vt:lpstr>Advanced Protection</vt:lpstr>
      <vt:lpstr>Azure MFA</vt:lpstr>
      <vt:lpstr>Configuration Azure MFA – Méthode de double authentification SMS</vt:lpstr>
      <vt:lpstr>Configuration Azure MFA – Méthode de double authentification SMS</vt:lpstr>
      <vt:lpstr>Configuration Azure MFA – Méthode de double authentification SMS</vt:lpstr>
      <vt:lpstr>Configuration Azure MFA – Méthode de double authentification SMS</vt:lpstr>
      <vt:lpstr>Configuration Azure MFA – Méthode de double authentification SMS</vt:lpstr>
      <vt:lpstr>Configuration Azure MFA – Méthode de double authentification SMS</vt:lpstr>
      <vt:lpstr>Configuration Azure MFA – Méthode de double authentification SMS</vt:lpstr>
      <vt:lpstr>Configuration Azure MFA – Méthode de double authentification SMS</vt:lpstr>
      <vt:lpstr>Liens utiles</vt:lpstr>
      <vt:lpstr>Liens utiles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 Bellwinkel</dc:creator>
  <cp:lastModifiedBy>Julien Streif</cp:lastModifiedBy>
  <cp:revision>3</cp:revision>
  <dcterms:created xsi:type="dcterms:W3CDTF">2020-05-26T08:37:00Z</dcterms:created>
  <dcterms:modified xsi:type="dcterms:W3CDTF">2026-05-04T16:51:18Z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551e939-46ca-4a56-a9d5-fb166622f07a_Enabled">
    <vt:lpwstr>true</vt:lpwstr>
  </property>
  <property fmtid="{D5CDD505-2E9C-101B-9397-08002B2CF9AE}" pid="3" name="MSIP_Label_3551e939-46ca-4a56-a9d5-fb166622f07a_SetDate">
    <vt:lpwstr>2024-02-12T13:59:26Z</vt:lpwstr>
  </property>
  <property fmtid="{D5CDD505-2E9C-101B-9397-08002B2CF9AE}" pid="4" name="MSIP_Label_3551e939-46ca-4a56-a9d5-fb166622f07a_Method">
    <vt:lpwstr>Privileged</vt:lpwstr>
  </property>
  <property fmtid="{D5CDD505-2E9C-101B-9397-08002B2CF9AE}" pid="5" name="MSIP_Label_3551e939-46ca-4a56-a9d5-fb166622f07a_Name">
    <vt:lpwstr>3551e939-46ca-4a56-a9d5-fb166622f07a</vt:lpwstr>
  </property>
  <property fmtid="{D5CDD505-2E9C-101B-9397-08002B2CF9AE}" pid="6" name="MSIP_Label_3551e939-46ca-4a56-a9d5-fb166622f07a_SiteId">
    <vt:lpwstr>db76fb59-a377-4120-bc54-59dead7d39c9</vt:lpwstr>
  </property>
  <property fmtid="{D5CDD505-2E9C-101B-9397-08002B2CF9AE}" pid="7" name="MSIP_Label_3551e939-46ca-4a56-a9d5-fb166622f07a_ActionId">
    <vt:lpwstr>2e0d8e36-e08b-4c77-803f-c1ebc1a67892</vt:lpwstr>
  </property>
  <property fmtid="{D5CDD505-2E9C-101B-9397-08002B2CF9AE}" pid="8" name="MSIP_Label_3551e939-46ca-4a56-a9d5-fb166622f07a_ContentBits">
    <vt:lpwstr>1</vt:lpwstr>
  </property>
  <property fmtid="{D5CDD505-2E9C-101B-9397-08002B2CF9AE}" pid="9" name="ClassificationContentMarkingHeaderLocations">
    <vt:lpwstr>Merck:68</vt:lpwstr>
  </property>
  <property fmtid="{D5CDD505-2E9C-101B-9397-08002B2CF9AE}" pid="10" name="ClassificationContentMarkingHeaderText">
    <vt:lpwstr>Classification: INTERNAL</vt:lpwstr>
  </property>
  <property fmtid="{D5CDD505-2E9C-101B-9397-08002B2CF9AE}" pid="11" name="ContentTypeId">
    <vt:lpwstr>0x0101001AD2A933AC4AEE468E44110FF24B072A</vt:lpwstr>
  </property>
  <property fmtid="{D5CDD505-2E9C-101B-9397-08002B2CF9AE}" pid="12" name="MediaServiceImageTags">
    <vt:lpwstr/>
  </property>
  <property fmtid="{D5CDD505-2E9C-101B-9397-08002B2CF9AE}" pid="13" name="Order">
    <vt:r8>14100600</vt:r8>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y fmtid="{D5CDD505-2E9C-101B-9397-08002B2CF9AE}" pid="21" name="xd_Signature">
    <vt:bool>false</vt:bool>
  </property>
</Properties>
</file>